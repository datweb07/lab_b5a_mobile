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4" r:id="rId1"/>
    <p:sldMasterId id="2147483685" r:id="rId2"/>
    <p:sldMasterId id="2147483686" r:id="rId3"/>
  </p:sldMasterIdLst>
  <p:notesMasterIdLst>
    <p:notesMasterId r:id="rId30"/>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81" r:id="rId25"/>
    <p:sldId id="277" r:id="rId26"/>
    <p:sldId id="278" r:id="rId27"/>
    <p:sldId id="279" r:id="rId28"/>
    <p:sldId id="280" r:id="rId29"/>
  </p:sldIdLst>
  <p:sldSz cx="9144000" cy="5143500" type="screen16x9"/>
  <p:notesSz cx="6858000" cy="9144000"/>
  <p:embeddedFontLst>
    <p:embeddedFont>
      <p:font typeface="Consolas" panose="020B0609020204030204" pitchFamily="49" charset="0"/>
      <p:regular r:id="rId31"/>
      <p:bold r:id="rId32"/>
      <p:italic r:id="rId33"/>
      <p:boldItalic r:id="rId34"/>
    </p:embeddedFont>
    <p:embeddedFont>
      <p:font typeface="Open Sans" panose="020B0606030504020204" pitchFamily="34" charset="0"/>
      <p:regular r:id="rId35"/>
      <p:bold r:id="rId36"/>
      <p:italic r:id="rId37"/>
      <p:boldItalic r:id="rId38"/>
    </p:embeddedFont>
    <p:embeddedFont>
      <p:font typeface="Roboto" panose="020000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snapToObjects="1">
      <p:cViewPr varScale="1">
        <p:scale>
          <a:sx n="161" d="100"/>
          <a:sy n="161" d="100"/>
        </p:scale>
        <p:origin x="78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9.fntdata"/><Relationship Id="rId21" Type="http://schemas.openxmlformats.org/officeDocument/2006/relationships/slide" Target="slides/slide18.xml"/><Relationship Id="rId34" Type="http://schemas.openxmlformats.org/officeDocument/2006/relationships/font" Target="fonts/font4.fntdata"/><Relationship Id="rId42" Type="http://schemas.openxmlformats.org/officeDocument/2006/relationships/font" Target="fonts/font12.fntdata"/><Relationship Id="rId47" Type="http://schemas.microsoft.com/office/2016/11/relationships/changesInfo" Target="changesInfos/changesInfo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6.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1.fntdata"/><Relationship Id="rId44"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font" Target="fonts/font11.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g Ngoc Hoang Thanh" userId="13e7a03477e24249" providerId="LiveId" clId="{E324F126-81FD-5449-A6FC-BE291F3200EA}"/>
    <pc:docChg chg="custSel addSld modSld">
      <pc:chgData name="Dang Ngoc Hoang Thanh" userId="13e7a03477e24249" providerId="LiveId" clId="{E324F126-81FD-5449-A6FC-BE291F3200EA}" dt="2022-02-08T15:43:22.341" v="109" actId="14826"/>
      <pc:docMkLst>
        <pc:docMk/>
      </pc:docMkLst>
      <pc:sldChg chg="addSp modSp mod modNotes">
        <pc:chgData name="Dang Ngoc Hoang Thanh" userId="13e7a03477e24249" providerId="LiveId" clId="{E324F126-81FD-5449-A6FC-BE291F3200EA}" dt="2022-02-08T12:19:20.164" v="26" actId="14100"/>
        <pc:sldMkLst>
          <pc:docMk/>
          <pc:sldMk cId="0" sldId="275"/>
        </pc:sldMkLst>
        <pc:spChg chg="mod">
          <ac:chgData name="Dang Ngoc Hoang Thanh" userId="13e7a03477e24249" providerId="LiveId" clId="{E324F126-81FD-5449-A6FC-BE291F3200EA}" dt="2022-02-08T12:19:00.436" v="25" actId="207"/>
          <ac:spMkLst>
            <pc:docMk/>
            <pc:sldMk cId="0" sldId="275"/>
            <ac:spMk id="354" creationId="{00000000-0000-0000-0000-000000000000}"/>
          </ac:spMkLst>
        </pc:spChg>
        <pc:picChg chg="add mod">
          <ac:chgData name="Dang Ngoc Hoang Thanh" userId="13e7a03477e24249" providerId="LiveId" clId="{E324F126-81FD-5449-A6FC-BE291F3200EA}" dt="2022-02-08T12:19:20.164" v="26" actId="14100"/>
          <ac:picMkLst>
            <pc:docMk/>
            <pc:sldMk cId="0" sldId="275"/>
            <ac:picMk id="1026" creationId="{06C54237-0C9F-3B45-BACC-B713877DD486}"/>
          </ac:picMkLst>
        </pc:picChg>
      </pc:sldChg>
      <pc:sldChg chg="modNotes">
        <pc:chgData name="Dang Ngoc Hoang Thanh" userId="13e7a03477e24249" providerId="LiveId" clId="{E324F126-81FD-5449-A6FC-BE291F3200EA}" dt="2022-02-08T15:40:36.052" v="108"/>
        <pc:sldMkLst>
          <pc:docMk/>
          <pc:sldMk cId="0" sldId="276"/>
        </pc:sldMkLst>
      </pc:sldChg>
      <pc:sldChg chg="addSp delSp modSp add mod">
        <pc:chgData name="Dang Ngoc Hoang Thanh" userId="13e7a03477e24249" providerId="LiveId" clId="{E324F126-81FD-5449-A6FC-BE291F3200EA}" dt="2022-02-08T15:43:22.341" v="109" actId="14826"/>
        <pc:sldMkLst>
          <pc:docMk/>
          <pc:sldMk cId="2851773462" sldId="281"/>
        </pc:sldMkLst>
        <pc:spChg chg="add mod">
          <ac:chgData name="Dang Ngoc Hoang Thanh" userId="13e7a03477e24249" providerId="LiveId" clId="{E324F126-81FD-5449-A6FC-BE291F3200EA}" dt="2022-02-08T12:47:00.512" v="56" actId="207"/>
          <ac:spMkLst>
            <pc:docMk/>
            <pc:sldMk cId="2851773462" sldId="281"/>
            <ac:spMk id="4" creationId="{58297938-FF41-E344-9D60-E2B68BAD34B0}"/>
          </ac:spMkLst>
        </pc:spChg>
        <pc:spChg chg="add del mod">
          <ac:chgData name="Dang Ngoc Hoang Thanh" userId="13e7a03477e24249" providerId="LiveId" clId="{E324F126-81FD-5449-A6FC-BE291F3200EA}" dt="2022-02-08T15:38:14.023" v="74" actId="478"/>
          <ac:spMkLst>
            <pc:docMk/>
            <pc:sldMk cId="2851773462" sldId="281"/>
            <ac:spMk id="9" creationId="{2BC4C2EB-6AB7-6E41-8105-F8C0794FDD24}"/>
          </ac:spMkLst>
        </pc:spChg>
        <pc:spChg chg="del">
          <ac:chgData name="Dang Ngoc Hoang Thanh" userId="13e7a03477e24249" providerId="LiveId" clId="{E324F126-81FD-5449-A6FC-BE291F3200EA}" dt="2022-02-08T15:38:10.430" v="73" actId="478"/>
          <ac:spMkLst>
            <pc:docMk/>
            <pc:sldMk cId="2851773462" sldId="281"/>
            <ac:spMk id="359" creationId="{00000000-0000-0000-0000-000000000000}"/>
          </ac:spMkLst>
        </pc:spChg>
        <pc:spChg chg="del mod">
          <ac:chgData name="Dang Ngoc Hoang Thanh" userId="13e7a03477e24249" providerId="LiveId" clId="{E324F126-81FD-5449-A6FC-BE291F3200EA}" dt="2022-02-08T12:43:48.703" v="29" actId="478"/>
          <ac:spMkLst>
            <pc:docMk/>
            <pc:sldMk cId="2851773462" sldId="281"/>
            <ac:spMk id="360" creationId="{00000000-0000-0000-0000-000000000000}"/>
          </ac:spMkLst>
        </pc:spChg>
        <pc:grpChg chg="add del">
          <ac:chgData name="Dang Ngoc Hoang Thanh" userId="13e7a03477e24249" providerId="LiveId" clId="{E324F126-81FD-5449-A6FC-BE291F3200EA}" dt="2022-02-08T15:34:15.874" v="58" actId="478"/>
          <ac:grpSpMkLst>
            <pc:docMk/>
            <pc:sldMk cId="2851773462" sldId="281"/>
            <ac:grpSpMk id="5" creationId="{9DF4D014-C458-9140-A4C8-5E690A8B3362}"/>
          </ac:grpSpMkLst>
        </pc:grpChg>
        <pc:picChg chg="add mod">
          <ac:chgData name="Dang Ngoc Hoang Thanh" userId="13e7a03477e24249" providerId="LiveId" clId="{E324F126-81FD-5449-A6FC-BE291F3200EA}" dt="2022-02-08T12:45:57.592" v="34" actId="1076"/>
          <ac:picMkLst>
            <pc:docMk/>
            <pc:sldMk cId="2851773462" sldId="281"/>
            <ac:picMk id="3" creationId="{8EC53747-77C2-9944-9B01-444E720D2E7B}"/>
          </ac:picMkLst>
        </pc:picChg>
        <pc:picChg chg="add mod">
          <ac:chgData name="Dang Ngoc Hoang Thanh" userId="13e7a03477e24249" providerId="LiveId" clId="{E324F126-81FD-5449-A6FC-BE291F3200EA}" dt="2022-02-08T15:43:22.341" v="109" actId="14826"/>
          <ac:picMkLst>
            <pc:docMk/>
            <pc:sldMk cId="2851773462" sldId="281"/>
            <ac:picMk id="7" creationId="{E4EAFF3A-235B-1E41-BA5A-0DBFF17B54A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developer.android.com/reference/android/view/View.OnClickListener.html"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developer.android.com/reference/android/view/View.html"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developer.android.com/reference/android/view/View.OnClickListener.html" TargetMode="External"/><Relationship Id="rId2" Type="http://schemas.openxmlformats.org/officeDocument/2006/relationships/slide" Target="../slides/slide14.xml"/><Relationship Id="rId1" Type="http://schemas.openxmlformats.org/officeDocument/2006/relationships/notesMaster" Target="../notesMasters/notesMaster1.xml"/><Relationship Id="rId4" Type="http://schemas.openxmlformats.org/officeDocument/2006/relationships/hyperlink" Target="https://developer.android.com/reference/android/view/View.html"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developer.android.com/reference/android/view/MotionEvent.html" TargetMode="External"/><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hyperlink" Target="https://developer.android.com/reference/android/support/v4/view/GestureDetectorCompat.html#onTouchEvent(android.view.MotionEvent)" TargetMode="Externa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116d7d9d49_3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116d7d9d49_3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183a708af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183a708af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183a708aff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183a708aff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28059886d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328059886d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28059886d_1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328059886d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19058cd991_1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19058cd991_1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168e6cd34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168e6cd34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500"/>
              </a:spcBef>
              <a:spcAft>
                <a:spcPts val="200"/>
              </a:spcAft>
              <a:buClr>
                <a:schemeClr val="dk1"/>
              </a:buClr>
              <a:buSzPts val="1100"/>
              <a:buFont typeface="Arial"/>
              <a:buNone/>
            </a:pP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183a708aff_0_4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183a708aff_0_4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500"/>
              </a:spcBef>
              <a:spcAft>
                <a:spcPts val="200"/>
              </a:spcAft>
              <a:buClr>
                <a:schemeClr val="dk1"/>
              </a:buClr>
              <a:buSzPts val="1100"/>
              <a:buFont typeface="Arial"/>
              <a:buNone/>
            </a:pP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195b5a65c4_1_1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195b5a65c4_1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500"/>
              </a:spcBef>
              <a:spcAft>
                <a:spcPts val="0"/>
              </a:spcAft>
              <a:buNone/>
            </a:pPr>
            <a:r>
              <a:rPr lang="en">
                <a:solidFill>
                  <a:schemeClr val="dk1"/>
                </a:solidFill>
              </a:rPr>
              <a:t>A </a:t>
            </a:r>
            <a:r>
              <a:rPr lang="en" i="1">
                <a:solidFill>
                  <a:schemeClr val="dk1"/>
                </a:solidFill>
              </a:rPr>
              <a:t>click event</a:t>
            </a:r>
            <a:r>
              <a:rPr lang="en">
                <a:solidFill>
                  <a:schemeClr val="dk1"/>
                </a:solidFill>
              </a:rPr>
              <a:t> occurs when the user taps or clicks a button, or an image used as a button. The object notifies an </a:t>
            </a:r>
            <a:r>
              <a:rPr lang="en" i="1">
                <a:solidFill>
                  <a:schemeClr val="dk1"/>
                </a:solidFill>
              </a:rPr>
              <a:t>event listener</a:t>
            </a:r>
            <a:r>
              <a:rPr lang="en">
                <a:solidFill>
                  <a:schemeClr val="dk1"/>
                </a:solidFill>
              </a:rPr>
              <a:t> called </a:t>
            </a:r>
            <a:r>
              <a:rPr lang="en" u="sng">
                <a:solidFill>
                  <a:srgbClr val="1155CC"/>
                </a:solidFill>
                <a:hlinkClick r:id="rId3">
                  <a:extLst>
                    <a:ext uri="{A12FA001-AC4F-418D-AE19-62706E023703}">
                      <ahyp:hlinkClr xmlns:ahyp="http://schemas.microsoft.com/office/drawing/2018/hyperlinkcolor" val="tx"/>
                    </a:ext>
                  </a:extLst>
                </a:hlinkClick>
              </a:rPr>
              <a:t>OnClickListener</a:t>
            </a:r>
            <a:r>
              <a:rPr lang="en">
                <a:solidFill>
                  <a:schemeClr val="dk1"/>
                </a:solidFill>
              </a:rPr>
              <a:t>, which is an interface in the </a:t>
            </a:r>
            <a:r>
              <a:rPr lang="en" u="sng">
                <a:solidFill>
                  <a:srgbClr val="1155CC"/>
                </a:solidFill>
                <a:hlinkClick r:id="rId4">
                  <a:extLst>
                    <a:ext uri="{A12FA001-AC4F-418D-AE19-62706E023703}">
                      <ahyp:hlinkClr xmlns:ahyp="http://schemas.microsoft.com/office/drawing/2018/hyperlinkcolor" val="tx"/>
                    </a:ext>
                  </a:extLst>
                </a:hlinkClick>
              </a:rPr>
              <a:t>View</a:t>
            </a:r>
            <a:r>
              <a:rPr lang="en">
                <a:solidFill>
                  <a:schemeClr val="dk1"/>
                </a:solidFill>
              </a:rPr>
              <a:t> class. You can use the listener to respond to a click event. </a:t>
            </a:r>
            <a:endParaRPr>
              <a:solidFill>
                <a:schemeClr val="dk1"/>
              </a:solidFill>
            </a:endParaRPr>
          </a:p>
          <a:p>
            <a:pPr marL="0" lvl="0" indent="0" algn="l" rtl="0">
              <a:lnSpc>
                <a:spcPct val="115000"/>
              </a:lnSpc>
              <a:spcBef>
                <a:spcPts val="500"/>
              </a:spcBef>
              <a:spcAft>
                <a:spcPts val="0"/>
              </a:spcAft>
              <a:buNone/>
            </a:pPr>
            <a:r>
              <a:rPr lang="en">
                <a:solidFill>
                  <a:schemeClr val="dk1"/>
                </a:solidFill>
              </a:rPr>
              <a:t>Android Studio provides a </a:t>
            </a:r>
            <a:r>
              <a:rPr lang="en" i="1">
                <a:solidFill>
                  <a:schemeClr val="dk1"/>
                </a:solidFill>
              </a:rPr>
              <a:t>shortcut</a:t>
            </a:r>
            <a:r>
              <a:rPr lang="en">
                <a:solidFill>
                  <a:schemeClr val="dk1"/>
                </a:solidFill>
              </a:rPr>
              <a:t> for setting up an OnClickListener for the clickable object in your Activity code, and for assigning a callback method: use the </a:t>
            </a:r>
            <a:r>
              <a:rPr lang="en">
                <a:solidFill>
                  <a:schemeClr val="dk1"/>
                </a:solidFill>
                <a:latin typeface="Consolas"/>
                <a:ea typeface="Consolas"/>
                <a:cs typeface="Consolas"/>
                <a:sym typeface="Consolas"/>
              </a:rPr>
              <a:t>android:onClick</a:t>
            </a:r>
            <a:r>
              <a:rPr lang="en">
                <a:solidFill>
                  <a:schemeClr val="dk1"/>
                </a:solidFill>
              </a:rPr>
              <a:t> attribute with the clickable object’s element in the XML layout. For example:</a:t>
            </a:r>
            <a:endParaRPr>
              <a:solidFill>
                <a:schemeClr val="dk1"/>
              </a:solidFill>
            </a:endParaRPr>
          </a:p>
          <a:p>
            <a:pPr marL="0" lvl="0" indent="0" algn="l" rtl="0">
              <a:lnSpc>
                <a:spcPct val="115000"/>
              </a:lnSpc>
              <a:spcBef>
                <a:spcPts val="200"/>
              </a:spcBef>
              <a:spcAft>
                <a:spcPts val="0"/>
              </a:spcAft>
              <a:buNone/>
            </a:pPr>
            <a:endParaRPr>
              <a:solidFill>
                <a:schemeClr val="dk1"/>
              </a:solidFill>
            </a:endParaRPr>
          </a:p>
          <a:p>
            <a:pPr marL="0" lvl="0" indent="0" algn="l" rtl="0">
              <a:lnSpc>
                <a:spcPct val="115000"/>
              </a:lnSpc>
              <a:spcBef>
                <a:spcPts val="0"/>
              </a:spcBef>
              <a:spcAft>
                <a:spcPts val="0"/>
              </a:spcAft>
              <a:buNone/>
            </a:pPr>
            <a:r>
              <a:rPr lang="en">
                <a:solidFill>
                  <a:schemeClr val="dk1"/>
                </a:solidFill>
                <a:latin typeface="Consolas"/>
                <a:ea typeface="Consolas"/>
                <a:cs typeface="Consolas"/>
                <a:sym typeface="Consolas"/>
              </a:rPr>
              <a:t>&lt;Button</a:t>
            </a:r>
            <a:endParaRPr>
              <a:solidFill>
                <a:schemeClr val="dk1"/>
              </a:solidFill>
              <a:latin typeface="Consolas"/>
              <a:ea typeface="Consolas"/>
              <a:cs typeface="Consolas"/>
              <a:sym typeface="Consolas"/>
            </a:endParaRPr>
          </a:p>
          <a:p>
            <a:pPr marL="0" lvl="0" indent="0" algn="l" rtl="0">
              <a:lnSpc>
                <a:spcPct val="115000"/>
              </a:lnSpc>
              <a:spcBef>
                <a:spcPts val="0"/>
              </a:spcBef>
              <a:spcAft>
                <a:spcPts val="0"/>
              </a:spcAft>
              <a:buNone/>
            </a:pPr>
            <a:r>
              <a:rPr lang="en">
                <a:solidFill>
                  <a:schemeClr val="dk1"/>
                </a:solidFill>
                <a:latin typeface="Consolas"/>
                <a:ea typeface="Consolas"/>
                <a:cs typeface="Consolas"/>
                <a:sym typeface="Consolas"/>
              </a:rPr>
              <a:t>    android:id="@+id/button_send"</a:t>
            </a:r>
            <a:endParaRPr>
              <a:solidFill>
                <a:schemeClr val="dk1"/>
              </a:solidFill>
              <a:latin typeface="Consolas"/>
              <a:ea typeface="Consolas"/>
              <a:cs typeface="Consolas"/>
              <a:sym typeface="Consolas"/>
            </a:endParaRPr>
          </a:p>
          <a:p>
            <a:pPr marL="0" lvl="0" indent="0" algn="l" rtl="0">
              <a:lnSpc>
                <a:spcPct val="115000"/>
              </a:lnSpc>
              <a:spcBef>
                <a:spcPts val="0"/>
              </a:spcBef>
              <a:spcAft>
                <a:spcPts val="0"/>
              </a:spcAft>
              <a:buNone/>
            </a:pPr>
            <a:r>
              <a:rPr lang="en">
                <a:solidFill>
                  <a:schemeClr val="dk1"/>
                </a:solidFill>
                <a:latin typeface="Consolas"/>
                <a:ea typeface="Consolas"/>
                <a:cs typeface="Consolas"/>
                <a:sym typeface="Consolas"/>
              </a:rPr>
              <a:t>    android:layout_width="wrap_content"</a:t>
            </a:r>
            <a:endParaRPr>
              <a:solidFill>
                <a:schemeClr val="dk1"/>
              </a:solidFill>
              <a:latin typeface="Consolas"/>
              <a:ea typeface="Consolas"/>
              <a:cs typeface="Consolas"/>
              <a:sym typeface="Consolas"/>
            </a:endParaRPr>
          </a:p>
          <a:p>
            <a:pPr marL="0" lvl="0" indent="0" algn="l" rtl="0">
              <a:lnSpc>
                <a:spcPct val="115000"/>
              </a:lnSpc>
              <a:spcBef>
                <a:spcPts val="0"/>
              </a:spcBef>
              <a:spcAft>
                <a:spcPts val="0"/>
              </a:spcAft>
              <a:buNone/>
            </a:pPr>
            <a:r>
              <a:rPr lang="en">
                <a:solidFill>
                  <a:schemeClr val="dk1"/>
                </a:solidFill>
                <a:latin typeface="Consolas"/>
                <a:ea typeface="Consolas"/>
                <a:cs typeface="Consolas"/>
                <a:sym typeface="Consolas"/>
              </a:rPr>
              <a:t>    android:layout_height="wrap_content"</a:t>
            </a:r>
            <a:endParaRPr>
              <a:solidFill>
                <a:schemeClr val="dk1"/>
              </a:solidFill>
              <a:latin typeface="Consolas"/>
              <a:ea typeface="Consolas"/>
              <a:cs typeface="Consolas"/>
              <a:sym typeface="Consolas"/>
            </a:endParaRPr>
          </a:p>
          <a:p>
            <a:pPr marL="0" lvl="0" indent="0" algn="l" rtl="0">
              <a:lnSpc>
                <a:spcPct val="115000"/>
              </a:lnSpc>
              <a:spcBef>
                <a:spcPts val="0"/>
              </a:spcBef>
              <a:spcAft>
                <a:spcPts val="0"/>
              </a:spcAft>
              <a:buNone/>
            </a:pPr>
            <a:r>
              <a:rPr lang="en">
                <a:solidFill>
                  <a:schemeClr val="dk1"/>
                </a:solidFill>
                <a:latin typeface="Consolas"/>
                <a:ea typeface="Consolas"/>
                <a:cs typeface="Consolas"/>
                <a:sym typeface="Consolas"/>
              </a:rPr>
              <a:t>    android:text="@string/button_send"</a:t>
            </a:r>
            <a:endParaRPr>
              <a:solidFill>
                <a:schemeClr val="dk1"/>
              </a:solidFill>
              <a:latin typeface="Consolas"/>
              <a:ea typeface="Consolas"/>
              <a:cs typeface="Consolas"/>
              <a:sym typeface="Consolas"/>
            </a:endParaRPr>
          </a:p>
          <a:p>
            <a:pPr marL="0" lvl="0" indent="0" algn="l" rtl="0">
              <a:lnSpc>
                <a:spcPct val="115000"/>
              </a:lnSpc>
              <a:spcBef>
                <a:spcPts val="0"/>
              </a:spcBef>
              <a:spcAft>
                <a:spcPts val="0"/>
              </a:spcAft>
              <a:buNone/>
            </a:pPr>
            <a:r>
              <a:rPr lang="en">
                <a:solidFill>
                  <a:schemeClr val="dk1"/>
                </a:solidFill>
                <a:latin typeface="Consolas"/>
                <a:ea typeface="Consolas"/>
                <a:cs typeface="Consolas"/>
                <a:sym typeface="Consolas"/>
              </a:rPr>
              <a:t>    android:onClick="sendMessage" /&gt;</a:t>
            </a:r>
            <a:endParaRPr>
              <a:solidFill>
                <a:schemeClr val="dk1"/>
              </a:solidFill>
              <a:latin typeface="Consolas"/>
              <a:ea typeface="Consolas"/>
              <a:cs typeface="Consolas"/>
              <a:sym typeface="Consolas"/>
            </a:endParaRPr>
          </a:p>
          <a:p>
            <a:pPr marL="0" lvl="0" indent="0" algn="l" rtl="0">
              <a:lnSpc>
                <a:spcPct val="115000"/>
              </a:lnSpc>
              <a:spcBef>
                <a:spcPts val="0"/>
              </a:spcBef>
              <a:spcAft>
                <a:spcPts val="0"/>
              </a:spcAft>
              <a:buNone/>
            </a:pPr>
            <a:endParaRPr>
              <a:solidFill>
                <a:schemeClr val="dk1"/>
              </a:solidFill>
              <a:latin typeface="Consolas"/>
              <a:ea typeface="Consolas"/>
              <a:cs typeface="Consolas"/>
              <a:sym typeface="Consolas"/>
            </a:endParaRPr>
          </a:p>
          <a:p>
            <a:pPr marL="0" lvl="0" indent="0" algn="l" rtl="0">
              <a:lnSpc>
                <a:spcPct val="115000"/>
              </a:lnSpc>
              <a:spcBef>
                <a:spcPts val="500"/>
              </a:spcBef>
              <a:spcAft>
                <a:spcPts val="0"/>
              </a:spcAft>
              <a:buNone/>
            </a:pPr>
            <a:r>
              <a:rPr lang="en">
                <a:solidFill>
                  <a:schemeClr val="dk1"/>
                </a:solidFill>
              </a:rPr>
              <a:t>In this case, when a user clicks the button, the Android system calls the Activity’s </a:t>
            </a:r>
            <a:r>
              <a:rPr lang="en">
                <a:solidFill>
                  <a:schemeClr val="dk1"/>
                </a:solidFill>
                <a:latin typeface="Consolas"/>
                <a:ea typeface="Consolas"/>
                <a:cs typeface="Consolas"/>
                <a:sym typeface="Consolas"/>
              </a:rPr>
              <a:t>sendMessage()</a:t>
            </a:r>
            <a:r>
              <a:rPr lang="en">
                <a:solidFill>
                  <a:schemeClr val="dk1"/>
                </a:solidFill>
              </a:rPr>
              <a:t> method.</a:t>
            </a:r>
            <a:endParaRPr>
              <a:solidFill>
                <a:schemeClr val="dk1"/>
              </a:solidFill>
            </a:endParaRPr>
          </a:p>
          <a:p>
            <a:pPr marL="0" lvl="0" indent="0" algn="l" rtl="0">
              <a:lnSpc>
                <a:spcPct val="115000"/>
              </a:lnSpc>
              <a:spcBef>
                <a:spcPts val="1000"/>
              </a:spcBef>
              <a:spcAft>
                <a:spcPts val="0"/>
              </a:spcAft>
              <a:buNone/>
            </a:pP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16743fd38d_1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16743fd38d_1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2e168af26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2e168af26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2e168af26d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2e168af26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500"/>
              </a:spcBef>
              <a:spcAft>
                <a:spcPts val="200"/>
              </a:spcAft>
              <a:buClr>
                <a:schemeClr val="dk1"/>
              </a:buClr>
              <a:buSzPts val="1100"/>
              <a:buFont typeface="Arial"/>
              <a:buNone/>
            </a:pP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2e168af26d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2e168af26d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500"/>
              </a:spcBef>
              <a:spcAft>
                <a:spcPts val="0"/>
              </a:spcAft>
              <a:buNone/>
            </a:pPr>
            <a:r>
              <a:rPr lang="en">
                <a:solidFill>
                  <a:schemeClr val="dk1"/>
                </a:solidFill>
              </a:rPr>
              <a:t>A </a:t>
            </a:r>
            <a:r>
              <a:rPr lang="en" i="1">
                <a:solidFill>
                  <a:schemeClr val="dk1"/>
                </a:solidFill>
              </a:rPr>
              <a:t>click event</a:t>
            </a:r>
            <a:r>
              <a:rPr lang="en">
                <a:solidFill>
                  <a:schemeClr val="dk1"/>
                </a:solidFill>
              </a:rPr>
              <a:t> occurs when the user taps or clicks a button, or an image used as a button. The object notifies an </a:t>
            </a:r>
            <a:r>
              <a:rPr lang="en" i="1">
                <a:solidFill>
                  <a:schemeClr val="dk1"/>
                </a:solidFill>
              </a:rPr>
              <a:t>event listener</a:t>
            </a:r>
            <a:r>
              <a:rPr lang="en">
                <a:solidFill>
                  <a:schemeClr val="dk1"/>
                </a:solidFill>
              </a:rPr>
              <a:t> called </a:t>
            </a:r>
            <a:r>
              <a:rPr lang="en" u="sng">
                <a:solidFill>
                  <a:srgbClr val="1155CC"/>
                </a:solidFill>
                <a:hlinkClick r:id="rId3">
                  <a:extLst>
                    <a:ext uri="{A12FA001-AC4F-418D-AE19-62706E023703}">
                      <ahyp:hlinkClr xmlns:ahyp="http://schemas.microsoft.com/office/drawing/2018/hyperlinkcolor" val="tx"/>
                    </a:ext>
                  </a:extLst>
                </a:hlinkClick>
              </a:rPr>
              <a:t>OnClickListener</a:t>
            </a:r>
            <a:r>
              <a:rPr lang="en">
                <a:solidFill>
                  <a:schemeClr val="dk1"/>
                </a:solidFill>
              </a:rPr>
              <a:t>, which is an interface in the </a:t>
            </a:r>
            <a:r>
              <a:rPr lang="en" u="sng">
                <a:solidFill>
                  <a:srgbClr val="1155CC"/>
                </a:solidFill>
                <a:hlinkClick r:id="rId4">
                  <a:extLst>
                    <a:ext uri="{A12FA001-AC4F-418D-AE19-62706E023703}">
                      <ahyp:hlinkClr xmlns:ahyp="http://schemas.microsoft.com/office/drawing/2018/hyperlinkcolor" val="tx"/>
                    </a:ext>
                  </a:extLst>
                </a:hlinkClick>
              </a:rPr>
              <a:t>View</a:t>
            </a:r>
            <a:r>
              <a:rPr lang="en">
                <a:solidFill>
                  <a:schemeClr val="dk1"/>
                </a:solidFill>
              </a:rPr>
              <a:t> class. You can use the listener to respond to a click event. </a:t>
            </a:r>
            <a:endParaRPr>
              <a:solidFill>
                <a:schemeClr val="dk1"/>
              </a:solidFill>
            </a:endParaRPr>
          </a:p>
          <a:p>
            <a:pPr marL="0" lvl="0" indent="0" algn="l" rtl="0">
              <a:lnSpc>
                <a:spcPct val="115000"/>
              </a:lnSpc>
              <a:spcBef>
                <a:spcPts val="500"/>
              </a:spcBef>
              <a:spcAft>
                <a:spcPts val="0"/>
              </a:spcAft>
              <a:buNone/>
            </a:pPr>
            <a:r>
              <a:rPr lang="en">
                <a:solidFill>
                  <a:schemeClr val="dk1"/>
                </a:solidFill>
              </a:rPr>
              <a:t>Android Studio provides a </a:t>
            </a:r>
            <a:r>
              <a:rPr lang="en" i="1">
                <a:solidFill>
                  <a:schemeClr val="dk1"/>
                </a:solidFill>
              </a:rPr>
              <a:t>shortcut</a:t>
            </a:r>
            <a:r>
              <a:rPr lang="en">
                <a:solidFill>
                  <a:schemeClr val="dk1"/>
                </a:solidFill>
              </a:rPr>
              <a:t> for setting up an OnClickListener for the clickable object in your Activity code, and for assigning a callback method: use the </a:t>
            </a:r>
            <a:r>
              <a:rPr lang="en">
                <a:solidFill>
                  <a:schemeClr val="dk1"/>
                </a:solidFill>
                <a:latin typeface="Consolas"/>
                <a:ea typeface="Consolas"/>
                <a:cs typeface="Consolas"/>
                <a:sym typeface="Consolas"/>
              </a:rPr>
              <a:t>android:onClick</a:t>
            </a:r>
            <a:r>
              <a:rPr lang="en">
                <a:solidFill>
                  <a:schemeClr val="dk1"/>
                </a:solidFill>
              </a:rPr>
              <a:t> attribute with the clickable object’s element in the XML layout. For example:</a:t>
            </a:r>
            <a:endParaRPr>
              <a:solidFill>
                <a:schemeClr val="dk1"/>
              </a:solidFill>
            </a:endParaRPr>
          </a:p>
          <a:p>
            <a:pPr marL="0" lvl="0" indent="0" algn="l" rtl="0">
              <a:lnSpc>
                <a:spcPct val="115000"/>
              </a:lnSpc>
              <a:spcBef>
                <a:spcPts val="200"/>
              </a:spcBef>
              <a:spcAft>
                <a:spcPts val="0"/>
              </a:spcAft>
              <a:buNone/>
            </a:pPr>
            <a:endParaRPr>
              <a:solidFill>
                <a:schemeClr val="dk1"/>
              </a:solidFill>
            </a:endParaRPr>
          </a:p>
          <a:p>
            <a:pPr marL="0" lvl="0" indent="0" algn="l" rtl="0">
              <a:lnSpc>
                <a:spcPct val="115000"/>
              </a:lnSpc>
              <a:spcBef>
                <a:spcPts val="0"/>
              </a:spcBef>
              <a:spcAft>
                <a:spcPts val="0"/>
              </a:spcAft>
              <a:buNone/>
            </a:pPr>
            <a:r>
              <a:rPr lang="en">
                <a:solidFill>
                  <a:schemeClr val="dk1"/>
                </a:solidFill>
                <a:latin typeface="Consolas"/>
                <a:ea typeface="Consolas"/>
                <a:cs typeface="Consolas"/>
                <a:sym typeface="Consolas"/>
              </a:rPr>
              <a:t>&lt;Button</a:t>
            </a:r>
            <a:endParaRPr>
              <a:solidFill>
                <a:schemeClr val="dk1"/>
              </a:solidFill>
              <a:latin typeface="Consolas"/>
              <a:ea typeface="Consolas"/>
              <a:cs typeface="Consolas"/>
              <a:sym typeface="Consolas"/>
            </a:endParaRPr>
          </a:p>
          <a:p>
            <a:pPr marL="0" lvl="0" indent="0" algn="l" rtl="0">
              <a:lnSpc>
                <a:spcPct val="115000"/>
              </a:lnSpc>
              <a:spcBef>
                <a:spcPts val="0"/>
              </a:spcBef>
              <a:spcAft>
                <a:spcPts val="0"/>
              </a:spcAft>
              <a:buNone/>
            </a:pPr>
            <a:r>
              <a:rPr lang="en">
                <a:solidFill>
                  <a:schemeClr val="dk1"/>
                </a:solidFill>
                <a:latin typeface="Consolas"/>
                <a:ea typeface="Consolas"/>
                <a:cs typeface="Consolas"/>
                <a:sym typeface="Consolas"/>
              </a:rPr>
              <a:t>    android:id="@+id/button_send"</a:t>
            </a:r>
            <a:endParaRPr>
              <a:solidFill>
                <a:schemeClr val="dk1"/>
              </a:solidFill>
              <a:latin typeface="Consolas"/>
              <a:ea typeface="Consolas"/>
              <a:cs typeface="Consolas"/>
              <a:sym typeface="Consolas"/>
            </a:endParaRPr>
          </a:p>
          <a:p>
            <a:pPr marL="0" lvl="0" indent="0" algn="l" rtl="0">
              <a:lnSpc>
                <a:spcPct val="115000"/>
              </a:lnSpc>
              <a:spcBef>
                <a:spcPts val="0"/>
              </a:spcBef>
              <a:spcAft>
                <a:spcPts val="0"/>
              </a:spcAft>
              <a:buNone/>
            </a:pPr>
            <a:r>
              <a:rPr lang="en">
                <a:solidFill>
                  <a:schemeClr val="dk1"/>
                </a:solidFill>
                <a:latin typeface="Consolas"/>
                <a:ea typeface="Consolas"/>
                <a:cs typeface="Consolas"/>
                <a:sym typeface="Consolas"/>
              </a:rPr>
              <a:t>    android:layout_width="wrap_content"</a:t>
            </a:r>
            <a:endParaRPr>
              <a:solidFill>
                <a:schemeClr val="dk1"/>
              </a:solidFill>
              <a:latin typeface="Consolas"/>
              <a:ea typeface="Consolas"/>
              <a:cs typeface="Consolas"/>
              <a:sym typeface="Consolas"/>
            </a:endParaRPr>
          </a:p>
          <a:p>
            <a:pPr marL="0" lvl="0" indent="0" algn="l" rtl="0">
              <a:lnSpc>
                <a:spcPct val="115000"/>
              </a:lnSpc>
              <a:spcBef>
                <a:spcPts val="0"/>
              </a:spcBef>
              <a:spcAft>
                <a:spcPts val="0"/>
              </a:spcAft>
              <a:buNone/>
            </a:pPr>
            <a:r>
              <a:rPr lang="en">
                <a:solidFill>
                  <a:schemeClr val="dk1"/>
                </a:solidFill>
                <a:latin typeface="Consolas"/>
                <a:ea typeface="Consolas"/>
                <a:cs typeface="Consolas"/>
                <a:sym typeface="Consolas"/>
              </a:rPr>
              <a:t>    android:layout_height="wrap_content"</a:t>
            </a:r>
            <a:endParaRPr>
              <a:solidFill>
                <a:schemeClr val="dk1"/>
              </a:solidFill>
              <a:latin typeface="Consolas"/>
              <a:ea typeface="Consolas"/>
              <a:cs typeface="Consolas"/>
              <a:sym typeface="Consolas"/>
            </a:endParaRPr>
          </a:p>
          <a:p>
            <a:pPr marL="0" lvl="0" indent="0" algn="l" rtl="0">
              <a:lnSpc>
                <a:spcPct val="115000"/>
              </a:lnSpc>
              <a:spcBef>
                <a:spcPts val="0"/>
              </a:spcBef>
              <a:spcAft>
                <a:spcPts val="0"/>
              </a:spcAft>
              <a:buNone/>
            </a:pPr>
            <a:r>
              <a:rPr lang="en">
                <a:solidFill>
                  <a:schemeClr val="dk1"/>
                </a:solidFill>
                <a:latin typeface="Consolas"/>
                <a:ea typeface="Consolas"/>
                <a:cs typeface="Consolas"/>
                <a:sym typeface="Consolas"/>
              </a:rPr>
              <a:t>    android:text="@string/button_send"</a:t>
            </a:r>
            <a:endParaRPr>
              <a:solidFill>
                <a:schemeClr val="dk1"/>
              </a:solidFill>
              <a:latin typeface="Consolas"/>
              <a:ea typeface="Consolas"/>
              <a:cs typeface="Consolas"/>
              <a:sym typeface="Consolas"/>
            </a:endParaRPr>
          </a:p>
          <a:p>
            <a:pPr marL="0" lvl="0" indent="0" algn="l" rtl="0">
              <a:lnSpc>
                <a:spcPct val="115000"/>
              </a:lnSpc>
              <a:spcBef>
                <a:spcPts val="0"/>
              </a:spcBef>
              <a:spcAft>
                <a:spcPts val="0"/>
              </a:spcAft>
              <a:buNone/>
            </a:pPr>
            <a:r>
              <a:rPr lang="en">
                <a:solidFill>
                  <a:schemeClr val="dk1"/>
                </a:solidFill>
                <a:latin typeface="Consolas"/>
                <a:ea typeface="Consolas"/>
                <a:cs typeface="Consolas"/>
                <a:sym typeface="Consolas"/>
              </a:rPr>
              <a:t>    android:onClick="sendMessage" /&gt;</a:t>
            </a:r>
            <a:endParaRPr>
              <a:solidFill>
                <a:schemeClr val="dk1"/>
              </a:solidFill>
              <a:latin typeface="Consolas"/>
              <a:ea typeface="Consolas"/>
              <a:cs typeface="Consolas"/>
              <a:sym typeface="Consolas"/>
            </a:endParaRPr>
          </a:p>
          <a:p>
            <a:pPr marL="0" lvl="0" indent="0" algn="l" rtl="0">
              <a:lnSpc>
                <a:spcPct val="115000"/>
              </a:lnSpc>
              <a:spcBef>
                <a:spcPts val="0"/>
              </a:spcBef>
              <a:spcAft>
                <a:spcPts val="0"/>
              </a:spcAft>
              <a:buNone/>
            </a:pPr>
            <a:endParaRPr>
              <a:solidFill>
                <a:schemeClr val="dk1"/>
              </a:solidFill>
              <a:latin typeface="Consolas"/>
              <a:ea typeface="Consolas"/>
              <a:cs typeface="Consolas"/>
              <a:sym typeface="Consolas"/>
            </a:endParaRPr>
          </a:p>
          <a:p>
            <a:pPr marL="0" lvl="0" indent="0" algn="l" rtl="0">
              <a:lnSpc>
                <a:spcPct val="115000"/>
              </a:lnSpc>
              <a:spcBef>
                <a:spcPts val="500"/>
              </a:spcBef>
              <a:spcAft>
                <a:spcPts val="0"/>
              </a:spcAft>
              <a:buNone/>
            </a:pPr>
            <a:r>
              <a:rPr lang="en">
                <a:solidFill>
                  <a:schemeClr val="dk1"/>
                </a:solidFill>
              </a:rPr>
              <a:t>In this case, when a user clicks the button, the Android system calls the Activity’s </a:t>
            </a:r>
            <a:r>
              <a:rPr lang="en">
                <a:solidFill>
                  <a:schemeClr val="dk1"/>
                </a:solidFill>
                <a:latin typeface="Consolas"/>
                <a:ea typeface="Consolas"/>
                <a:cs typeface="Consolas"/>
                <a:sym typeface="Consolas"/>
              </a:rPr>
              <a:t>sendMessage()</a:t>
            </a:r>
            <a:r>
              <a:rPr lang="en">
                <a:solidFill>
                  <a:schemeClr val="dk1"/>
                </a:solidFill>
              </a:rPr>
              <a:t> method.</a:t>
            </a:r>
            <a:endParaRPr>
              <a:solidFill>
                <a:schemeClr val="dk1"/>
              </a:solidFill>
            </a:endParaRPr>
          </a:p>
          <a:p>
            <a:pPr marL="0" lvl="0" indent="0" algn="l" rtl="0">
              <a:lnSpc>
                <a:spcPct val="115000"/>
              </a:lnSpc>
              <a:spcBef>
                <a:spcPts val="1000"/>
              </a:spcBef>
              <a:spcAft>
                <a:spcPts val="0"/>
              </a:spcAft>
              <a:buNone/>
            </a:pP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2e168af26d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2e168af26d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1623df383d_1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1623df383d_1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a:solidFill>
                <a:schemeClr val="dk1"/>
              </a:solidFill>
            </a:endParaRPr>
          </a:p>
          <a:p>
            <a:pPr marL="0" lvl="0" indent="0" algn="l" rtl="0">
              <a:lnSpc>
                <a:spcPct val="115000"/>
              </a:lnSpc>
              <a:spcBef>
                <a:spcPts val="1000"/>
              </a:spcBef>
              <a:spcAft>
                <a:spcPts val="0"/>
              </a:spcAft>
              <a:buNone/>
            </a:pPr>
            <a:endParaRPr>
              <a:solidFill>
                <a:schemeClr val="dk1"/>
              </a:solidFill>
            </a:endParaRPr>
          </a:p>
          <a:p>
            <a:pPr marL="0" lvl="0" indent="0" algn="l" rtl="0">
              <a:lnSpc>
                <a:spcPct val="115000"/>
              </a:lnSpc>
              <a:spcBef>
                <a:spcPts val="1000"/>
              </a:spcBef>
              <a:spcAft>
                <a:spcPts val="1000"/>
              </a:spcAft>
              <a:buClr>
                <a:schemeClr val="dk1"/>
              </a:buClr>
              <a:buSzPts val="1100"/>
              <a:buFont typeface="Arial"/>
              <a:buNone/>
            </a:pP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1623df383d_1_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1623df383d_1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2e168af26d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2e168af26d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19058cd991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19058cd991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116e4119fa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116e4119fa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000"/>
              </a:spcBef>
              <a:spcAft>
                <a:spcPts val="0"/>
              </a:spcAft>
              <a:buClr>
                <a:schemeClr val="dk1"/>
              </a:buClr>
              <a:buSzPts val="1100"/>
              <a:buFont typeface="Arial"/>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195b5a65c4_1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195b5a65c4_1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195b5a65c4_1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195b5a65c4_1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686351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195b5a65c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195b5a65c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rPr>
              <a:t>To detect all types of gestures, you need to perform two essential steps:</a:t>
            </a:r>
            <a:endParaRPr>
              <a:solidFill>
                <a:schemeClr val="dk1"/>
              </a:solidFill>
            </a:endParaRPr>
          </a:p>
          <a:p>
            <a:pPr marL="457200" lvl="0" indent="-298450" algn="l" rtl="0">
              <a:lnSpc>
                <a:spcPct val="115000"/>
              </a:lnSpc>
              <a:spcBef>
                <a:spcPts val="1000"/>
              </a:spcBef>
              <a:spcAft>
                <a:spcPts val="0"/>
              </a:spcAft>
              <a:buClr>
                <a:schemeClr val="dk1"/>
              </a:buClr>
              <a:buSzPts val="1100"/>
              <a:buAutoNum type="arabicPeriod"/>
            </a:pPr>
            <a:r>
              <a:rPr lang="en">
                <a:solidFill>
                  <a:schemeClr val="dk1"/>
                </a:solidFill>
              </a:rPr>
              <a:t>Gather data about touch events.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a:solidFill>
                  <a:schemeClr val="dk1"/>
                </a:solidFill>
              </a:rPr>
              <a:t>Interpret the data to see if it meets the criteria for any of the gestures your app supports.</a:t>
            </a:r>
            <a:endParaRPr>
              <a:solidFill>
                <a:schemeClr val="dk1"/>
              </a:solidFill>
            </a:endParaRPr>
          </a:p>
          <a:p>
            <a:pPr marL="0" lvl="0" indent="0" algn="l" rtl="0">
              <a:lnSpc>
                <a:spcPct val="115000"/>
              </a:lnSpc>
              <a:spcBef>
                <a:spcPts val="1000"/>
              </a:spcBef>
              <a:spcAft>
                <a:spcPts val="0"/>
              </a:spcAft>
              <a:buNone/>
            </a:pPr>
            <a:r>
              <a:rPr lang="en">
                <a:solidFill>
                  <a:schemeClr val="dk1"/>
                </a:solidFill>
              </a:rPr>
              <a:t>The gesture starts when the user first touches the screen, continues as the system tracks the position of the user's finger(s), and ends by capturing the final event of the user's fingers leaving the screen. Throughout this interaction, an object of the </a:t>
            </a:r>
            <a:r>
              <a:rPr lang="en" u="sng">
                <a:solidFill>
                  <a:srgbClr val="1155CC"/>
                </a:solidFill>
                <a:hlinkClick r:id="rId3">
                  <a:extLst>
                    <a:ext uri="{A12FA001-AC4F-418D-AE19-62706E023703}">
                      <ahyp:hlinkClr xmlns:ahyp="http://schemas.microsoft.com/office/drawing/2018/hyperlinkcolor" val="tx"/>
                    </a:ext>
                  </a:extLst>
                </a:hlinkClick>
              </a:rPr>
              <a:t>MotionEvent</a:t>
            </a:r>
            <a:r>
              <a:rPr lang="en">
                <a:solidFill>
                  <a:schemeClr val="dk1"/>
                </a:solidFill>
              </a:rPr>
              <a:t> class is delivered to </a:t>
            </a:r>
            <a:r>
              <a:rPr lang="en" u="sng">
                <a:solidFill>
                  <a:srgbClr val="1155CC"/>
                </a:solidFill>
                <a:hlinkClick r:id="rId4">
                  <a:extLst>
                    <a:ext uri="{A12FA001-AC4F-418D-AE19-62706E023703}">
                      <ahyp:hlinkClr xmlns:ahyp="http://schemas.microsoft.com/office/drawing/2018/hyperlinkcolor" val="tx"/>
                    </a:ext>
                  </a:extLst>
                </a:hlinkClick>
              </a:rPr>
              <a:t>onTouchEvent()</a:t>
            </a:r>
            <a:r>
              <a:rPr lang="en">
                <a:solidFill>
                  <a:schemeClr val="dk1"/>
                </a:solidFill>
              </a:rPr>
              <a:t>, providing the details of every interaction. Your app can use the data provided by the MotionEvent to determine if a gesture it cares about happened.</a:t>
            </a:r>
            <a:endParaRPr>
              <a:solidFill>
                <a:schemeClr val="dk1"/>
              </a:solidFill>
            </a:endParaRPr>
          </a:p>
          <a:p>
            <a:pPr marL="0" lvl="0" indent="0" algn="l" rtl="0">
              <a:lnSpc>
                <a:spcPct val="115000"/>
              </a:lnSpc>
              <a:spcBef>
                <a:spcPts val="1000"/>
              </a:spcBef>
              <a:spcAft>
                <a:spcPts val="1000"/>
              </a:spcAft>
              <a:buNone/>
            </a:pP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328059886d_1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328059886d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328059886d_1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9" name="Google Shape;379;g328059886d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183a708aff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183a708aff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hyperlink" Target="https://creativecommons.org/licenses/by/4.0/" TargetMode="Externa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hyperlink" Target="https://creativecommons.org/licenses/by/4.0/"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2.xml"/><Relationship Id="rId5" Type="http://schemas.openxmlformats.org/officeDocument/2006/relationships/hyperlink" Target="http://creativecommons.org/licenses/by-nc/4.0/" TargetMode="External"/><Relationship Id="rId4"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4CAF50"/>
        </a:solidFill>
        <a:effectLst/>
      </p:bgPr>
    </p:bg>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311708" y="1006793"/>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FAFAFA"/>
              </a:buClr>
              <a:buSzPts val="5200"/>
              <a:buNone/>
              <a:defRPr sz="5200" b="1">
                <a:solidFill>
                  <a:srgbClr val="FAFAFA"/>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7" name="Google Shape;17;p2"/>
          <p:cNvSpPr txBox="1">
            <a:spLocks noGrp="1"/>
          </p:cNvSpPr>
          <p:nvPr>
            <p:ph type="subTitle" idx="1"/>
          </p:nvPr>
        </p:nvSpPr>
        <p:spPr>
          <a:xfrm>
            <a:off x="311700" y="3096343"/>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rgbClr val="FAFAFA"/>
              </a:buClr>
              <a:buSzPts val="2800"/>
              <a:buNone/>
              <a:defRPr sz="2800">
                <a:solidFill>
                  <a:srgbClr val="FAFAFA"/>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8" name="Google Shape;18;p2"/>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rgbClr val="4CAF50"/>
        </a:solidFill>
        <a:effectLst/>
      </p:bgPr>
    </p:bg>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311700" y="20746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Clr>
                <a:srgbClr val="FAFAFA"/>
              </a:buClr>
              <a:buSzPts val="3600"/>
              <a:buNone/>
              <a:defRPr sz="3600">
                <a:solidFill>
                  <a:srgbClr val="FAFAFA"/>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1" name="Google Shape;21;p3"/>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rgbClr val="FFFFFF"/>
        </a:solidFill>
        <a:effectLst/>
      </p:bgPr>
    </p:bg>
    <p:spTree>
      <p:nvGrpSpPr>
        <p:cNvPr id="1" name="Shape 22"/>
        <p:cNvGrpSpPr/>
        <p:nvPr/>
      </p:nvGrpSpPr>
      <p:grpSpPr>
        <a:xfrm>
          <a:off x="0" y="0"/>
          <a:ext cx="0" cy="0"/>
          <a:chOff x="0" y="0"/>
          <a:chExt cx="0" cy="0"/>
        </a:xfrm>
      </p:grpSpPr>
      <p:sp>
        <p:nvSpPr>
          <p:cNvPr id="23" name="Google Shape;23;p4"/>
          <p:cNvSpPr/>
          <p:nvPr/>
        </p:nvSpPr>
        <p:spPr>
          <a:xfrm>
            <a:off x="-11200" y="-37825"/>
            <a:ext cx="9155100" cy="1018500"/>
          </a:xfrm>
          <a:prstGeom prst="rect">
            <a:avLst/>
          </a:prstGeom>
          <a:solidFill>
            <a:srgbClr val="4CAF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4"/>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Clr>
                <a:srgbClr val="FAFAFA"/>
              </a:buClr>
              <a:buSzPts val="3600"/>
              <a:buNone/>
              <a:defRPr>
                <a:solidFill>
                  <a:srgbClr val="FAFAFA"/>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5" name="Google Shape;25;p4"/>
          <p:cNvSpPr txBox="1">
            <a:spLocks noGrp="1"/>
          </p:cNvSpPr>
          <p:nvPr>
            <p:ph type="body" idx="1"/>
          </p:nvPr>
        </p:nvSpPr>
        <p:spPr>
          <a:xfrm>
            <a:off x="311700" y="1076275"/>
            <a:ext cx="8520600" cy="3416400"/>
          </a:xfrm>
          <a:prstGeom prst="rect">
            <a:avLst/>
          </a:prstGeom>
        </p:spPr>
        <p:txBody>
          <a:bodyPr spcFirstLastPara="1" wrap="square" lIns="91425" tIns="91425" rIns="91425" bIns="91425" anchor="t" anchorCtr="0">
            <a:noAutofit/>
          </a:bodyPr>
          <a:lstStyle>
            <a:lvl1pPr marL="457200" lvl="0" indent="-381000">
              <a:lnSpc>
                <a:spcPct val="115000"/>
              </a:lnSpc>
              <a:spcBef>
                <a:spcPts val="1000"/>
              </a:spcBef>
              <a:spcAft>
                <a:spcPts val="0"/>
              </a:spcAft>
              <a:buSzPts val="2400"/>
              <a:buAutoNum type="arabicPeriod"/>
              <a:defRPr/>
            </a:lvl1pPr>
            <a:lvl2pPr marL="914400" lvl="1" indent="-355600">
              <a:lnSpc>
                <a:spcPct val="115000"/>
              </a:lnSpc>
              <a:spcBef>
                <a:spcPts val="1000"/>
              </a:spcBef>
              <a:spcAft>
                <a:spcPts val="0"/>
              </a:spcAft>
              <a:buSzPts val="2000"/>
              <a:buAutoNum type="alphaLcPeriod"/>
              <a:defRPr sz="2000"/>
            </a:lvl2pPr>
            <a:lvl3pPr marL="1371600" lvl="2" indent="-317500">
              <a:spcBef>
                <a:spcPts val="0"/>
              </a:spcBef>
              <a:spcAft>
                <a:spcPts val="0"/>
              </a:spcAft>
              <a:buSzPts val="1400"/>
              <a:buAutoNum type="romanLcPeriod"/>
              <a:defRPr/>
            </a:lvl3pPr>
            <a:lvl4pPr marL="1828800" lvl="3" indent="-317500">
              <a:spcBef>
                <a:spcPts val="0"/>
              </a:spcBef>
              <a:spcAft>
                <a:spcPts val="0"/>
              </a:spcAft>
              <a:buSzPts val="1400"/>
              <a:buAutoNum type="arabicPeriod"/>
              <a:defRPr/>
            </a:lvl4pPr>
            <a:lvl5pPr marL="2286000" lvl="4" indent="-317500">
              <a:spcBef>
                <a:spcPts val="1600"/>
              </a:spcBef>
              <a:spcAft>
                <a:spcPts val="0"/>
              </a:spcAft>
              <a:buSzPts val="1400"/>
              <a:buAutoNum type="alphaLcPeriod"/>
              <a:defRPr/>
            </a:lvl5pPr>
            <a:lvl6pPr marL="2743200" lvl="5" indent="-317500">
              <a:spcBef>
                <a:spcPts val="1600"/>
              </a:spcBef>
              <a:spcAft>
                <a:spcPts val="0"/>
              </a:spcAft>
              <a:buSzPts val="1400"/>
              <a:buAutoNum type="romanLcPeriod"/>
              <a:defRPr/>
            </a:lvl6pPr>
            <a:lvl7pPr marL="3200400" lvl="6" indent="-317500">
              <a:spcBef>
                <a:spcPts val="1600"/>
              </a:spcBef>
              <a:spcAft>
                <a:spcPts val="0"/>
              </a:spcAft>
              <a:buSzPts val="1400"/>
              <a:buAutoNum type="arabicPeriod"/>
              <a:defRPr/>
            </a:lvl7pPr>
            <a:lvl8pPr marL="3657600" lvl="7" indent="-317500">
              <a:spcBef>
                <a:spcPts val="1600"/>
              </a:spcBef>
              <a:spcAft>
                <a:spcPts val="0"/>
              </a:spcAft>
              <a:buSzPts val="1400"/>
              <a:buAutoNum type="alphaLcPeriod"/>
              <a:defRPr/>
            </a:lvl8pPr>
            <a:lvl9pPr marL="4114800" lvl="8" indent="-317500">
              <a:spcBef>
                <a:spcPts val="1600"/>
              </a:spcBef>
              <a:spcAft>
                <a:spcPts val="1600"/>
              </a:spcAft>
              <a:buSzPts val="1400"/>
              <a:buAutoNum type="romanLcPeriod"/>
              <a:defRPr/>
            </a:lvl9pPr>
          </a:lstStyle>
          <a:p>
            <a:endParaRPr/>
          </a:p>
        </p:txBody>
      </p:sp>
      <p:sp>
        <p:nvSpPr>
          <p:cNvPr id="26" name="Google Shape;26;p4"/>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
        <p:cNvGrpSpPr/>
        <p:nvPr/>
      </p:nvGrpSpPr>
      <p:grpSpPr>
        <a:xfrm>
          <a:off x="0" y="0"/>
          <a:ext cx="0" cy="0"/>
          <a:chOff x="0" y="0"/>
          <a:chExt cx="0" cy="0"/>
        </a:xfrm>
      </p:grpSpPr>
      <p:sp>
        <p:nvSpPr>
          <p:cNvPr id="28" name="Google Shape;28;p5"/>
          <p:cNvSpPr txBox="1">
            <a:spLocks noGrp="1"/>
          </p:cNvSpPr>
          <p:nvPr>
            <p:ph type="body" idx="1"/>
          </p:nvPr>
        </p:nvSpPr>
        <p:spPr>
          <a:xfrm>
            <a:off x="311700" y="1190295"/>
            <a:ext cx="3999900" cy="3416400"/>
          </a:xfrm>
          <a:prstGeom prst="rect">
            <a:avLst/>
          </a:prstGeom>
        </p:spPr>
        <p:txBody>
          <a:bodyPr spcFirstLastPara="1" wrap="square" lIns="91425" tIns="91425" rIns="91425" bIns="91425" anchor="t" anchorCtr="0">
            <a:noAutofit/>
          </a:bodyPr>
          <a:lstStyle>
            <a:lvl1pPr marL="457200" lvl="0" indent="-381000">
              <a:spcBef>
                <a:spcPts val="0"/>
              </a:spcBef>
              <a:spcAft>
                <a:spcPts val="0"/>
              </a:spcAft>
              <a:buSzPts val="2400"/>
              <a:buChar char="●"/>
              <a:defRPr/>
            </a:lvl1pPr>
            <a:lvl2pPr marL="914400" lvl="1" indent="-342900">
              <a:spcBef>
                <a:spcPts val="0"/>
              </a:spcBef>
              <a:spcAft>
                <a:spcPts val="0"/>
              </a:spcAft>
              <a:buSzPts val="1800"/>
              <a:buChar char="○"/>
              <a:defRPr/>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body" idx="2"/>
          </p:nvPr>
        </p:nvSpPr>
        <p:spPr>
          <a:xfrm>
            <a:off x="4832400" y="1190295"/>
            <a:ext cx="3999900" cy="3416400"/>
          </a:xfrm>
          <a:prstGeom prst="rect">
            <a:avLst/>
          </a:prstGeom>
        </p:spPr>
        <p:txBody>
          <a:bodyPr spcFirstLastPara="1" wrap="square" lIns="91425" tIns="91425" rIns="91425" bIns="91425" anchor="t" anchorCtr="0">
            <a:noAutofit/>
          </a:bodyPr>
          <a:lstStyle>
            <a:lvl1pPr marL="457200" lvl="0" indent="-381000">
              <a:spcBef>
                <a:spcPts val="0"/>
              </a:spcBef>
              <a:spcAft>
                <a:spcPts val="0"/>
              </a:spcAft>
              <a:buSzPts val="2400"/>
              <a:buChar char="●"/>
              <a:defRPr/>
            </a:lvl1pPr>
            <a:lvl2pPr marL="914400" lvl="1" indent="-342900">
              <a:spcBef>
                <a:spcPts val="0"/>
              </a:spcBef>
              <a:spcAft>
                <a:spcPts val="0"/>
              </a:spcAft>
              <a:buSzPts val="1800"/>
              <a:buChar char="○"/>
              <a:defRPr/>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0" name="Google Shape;30;p5"/>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1" name="Google Shape;31;p5"/>
          <p:cNvSpPr/>
          <p:nvPr/>
        </p:nvSpPr>
        <p:spPr>
          <a:xfrm>
            <a:off x="-11200" y="-37825"/>
            <a:ext cx="9155100" cy="1018500"/>
          </a:xfrm>
          <a:prstGeom prst="rect">
            <a:avLst/>
          </a:prstGeom>
          <a:solidFill>
            <a:srgbClr val="4CAF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5"/>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5" name="Google Shape;35;p6"/>
          <p:cNvSpPr/>
          <p:nvPr/>
        </p:nvSpPr>
        <p:spPr>
          <a:xfrm>
            <a:off x="-11200" y="-37825"/>
            <a:ext cx="9155100" cy="1018500"/>
          </a:xfrm>
          <a:prstGeom prst="rect">
            <a:avLst/>
          </a:prstGeom>
          <a:solidFill>
            <a:srgbClr val="4CAF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6"/>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sp>
        <p:nvSpPr>
          <p:cNvPr id="38" name="Google Shape;38;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9" name="Google Shape;39;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0" name="Google Shape;40;p7"/>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3" name="Google Shape;43;p8"/>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pic>
        <p:nvPicPr>
          <p:cNvPr id="45" name="Google Shape;45;p9" descr="Android-split.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46" name="Google Shape;46;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7" name="Google Shape;47;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8" name="Google Shape;48;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81000">
              <a:spcBef>
                <a:spcPts val="0"/>
              </a:spcBef>
              <a:spcAft>
                <a:spcPts val="0"/>
              </a:spcAft>
              <a:buSzPts val="2400"/>
              <a:buChar char="●"/>
              <a:defRPr/>
            </a:lvl1pPr>
            <a:lvl2pPr marL="914400" lvl="1" indent="-342900">
              <a:spcBef>
                <a:spcPts val="0"/>
              </a:spcBef>
              <a:spcAft>
                <a:spcPts val="0"/>
              </a:spcAft>
              <a:buSzPts val="18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9" name="Google Shape;49;p9"/>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0" name="Google Shape;50;p9"/>
          <p:cNvSpPr txBox="1"/>
          <p:nvPr/>
        </p:nvSpPr>
        <p:spPr>
          <a:xfrm>
            <a:off x="2229274" y="4761375"/>
            <a:ext cx="2496000" cy="22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1000" b="1">
                <a:solidFill>
                  <a:srgbClr val="757575"/>
                </a:solidFill>
                <a:latin typeface="Roboto"/>
                <a:ea typeface="Roboto"/>
                <a:cs typeface="Roboto"/>
                <a:sym typeface="Roboto"/>
              </a:rPr>
              <a:t>Android Developer Fundamentals V2 </a:t>
            </a:r>
            <a:endParaRPr sz="1000">
              <a:solidFill>
                <a:srgbClr val="757575"/>
              </a:solidFill>
              <a:latin typeface="Roboto"/>
              <a:ea typeface="Roboto"/>
              <a:cs typeface="Roboto"/>
              <a:sym typeface="Roboto"/>
            </a:endParaRPr>
          </a:p>
        </p:txBody>
      </p:sp>
      <p:sp>
        <p:nvSpPr>
          <p:cNvPr id="51" name="Google Shape;51;p9"/>
          <p:cNvSpPr txBox="1"/>
          <p:nvPr/>
        </p:nvSpPr>
        <p:spPr>
          <a:xfrm>
            <a:off x="4407225" y="4663650"/>
            <a:ext cx="1287600" cy="46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sz="1000" b="1">
                <a:solidFill>
                  <a:srgbClr val="757575"/>
                </a:solidFill>
                <a:latin typeface="Roboto"/>
                <a:ea typeface="Roboto"/>
                <a:cs typeface="Roboto"/>
                <a:sym typeface="Roboto"/>
              </a:rPr>
              <a:t>Buttons and clickable images</a:t>
            </a:r>
            <a:endParaRPr sz="1000">
              <a:solidFill>
                <a:srgbClr val="757575"/>
              </a:solidFill>
              <a:latin typeface="Roboto"/>
              <a:ea typeface="Roboto"/>
              <a:cs typeface="Roboto"/>
              <a:sym typeface="Roboto"/>
            </a:endParaRPr>
          </a:p>
        </p:txBody>
      </p:sp>
      <p:pic>
        <p:nvPicPr>
          <p:cNvPr id="52" name="Google Shape;52;p9"/>
          <p:cNvPicPr preferRelativeResize="0"/>
          <p:nvPr/>
        </p:nvPicPr>
        <p:blipFill>
          <a:blip r:embed="rId3">
            <a:alphaModFix/>
          </a:blip>
          <a:stretch>
            <a:fillRect/>
          </a:stretch>
        </p:blipFill>
        <p:spPr>
          <a:xfrm>
            <a:off x="7853225" y="4788588"/>
            <a:ext cx="838200" cy="295275"/>
          </a:xfrm>
          <a:prstGeom prst="rect">
            <a:avLst/>
          </a:prstGeom>
          <a:noFill/>
          <a:ln>
            <a:noFill/>
          </a:ln>
        </p:spPr>
      </p:pic>
      <p:sp>
        <p:nvSpPr>
          <p:cNvPr id="53" name="Google Shape;53;p9"/>
          <p:cNvSpPr txBox="1"/>
          <p:nvPr/>
        </p:nvSpPr>
        <p:spPr>
          <a:xfrm>
            <a:off x="5694725" y="4626375"/>
            <a:ext cx="2158500" cy="51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i="1">
                <a:solidFill>
                  <a:srgbClr val="666666"/>
                </a:solidFill>
                <a:latin typeface="Open Sans"/>
                <a:ea typeface="Open Sans"/>
                <a:cs typeface="Open Sans"/>
                <a:sym typeface="Open Sans"/>
              </a:rPr>
              <a:t>This work is licensed under a </a:t>
            </a:r>
            <a:r>
              <a:rPr lang="en" sz="900" i="1" u="sng">
                <a:solidFill>
                  <a:srgbClr val="666666"/>
                </a:solidFill>
                <a:latin typeface="Open Sans"/>
                <a:ea typeface="Open Sans"/>
                <a:cs typeface="Open Sans"/>
                <a:sym typeface="Open Sans"/>
                <a:hlinkClick r:id="rId4">
                  <a:extLst>
                    <a:ext uri="{A12FA001-AC4F-418D-AE19-62706E023703}">
                      <ahyp:hlinkClr xmlns:ahyp="http://schemas.microsoft.com/office/drawing/2018/hyperlinkcolor" val="tx"/>
                    </a:ext>
                  </a:extLst>
                </a:hlinkClick>
              </a:rPr>
              <a:t>Creative Commons Attribution 4.0 International License</a:t>
            </a:r>
            <a:r>
              <a:rPr lang="en" sz="900" i="1">
                <a:solidFill>
                  <a:srgbClr val="666666"/>
                </a:solidFill>
                <a:latin typeface="Open Sans"/>
                <a:ea typeface="Open Sans"/>
                <a:cs typeface="Open Sans"/>
                <a:sym typeface="Open Sans"/>
              </a:rPr>
              <a:t>.</a:t>
            </a:r>
            <a:endParaRPr sz="900" i="1">
              <a:solidFill>
                <a:srgbClr val="666666"/>
              </a:solidFill>
              <a:latin typeface="Roboto"/>
              <a:ea typeface="Roboto"/>
              <a:cs typeface="Roboto"/>
              <a:sym typeface="Roboto"/>
            </a:endParaRPr>
          </a:p>
          <a:p>
            <a:pPr marL="0" lvl="0" indent="0" algn="l" rtl="0">
              <a:spcBef>
                <a:spcPts val="0"/>
              </a:spcBef>
              <a:spcAft>
                <a:spcPts val="0"/>
              </a:spcAft>
              <a:buNone/>
            </a:pPr>
            <a:endParaRPr sz="900" i="1">
              <a:solidFill>
                <a:srgbClr val="666666"/>
              </a:solidFill>
              <a:latin typeface="Roboto"/>
              <a:ea typeface="Roboto"/>
              <a:cs typeface="Roboto"/>
              <a:sym typeface="Robo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txBox="1">
            <a:spLocks noGrp="1"/>
          </p:cNvSpPr>
          <p:nvPr>
            <p:ph type="body" idx="1"/>
          </p:nvPr>
        </p:nvSpPr>
        <p:spPr>
          <a:xfrm>
            <a:off x="311700" y="3918598"/>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2400"/>
              <a:buNone/>
              <a:defRPr/>
            </a:lvl1pPr>
          </a:lstStyle>
          <a:p>
            <a:endParaRPr/>
          </a:p>
        </p:txBody>
      </p:sp>
      <p:sp>
        <p:nvSpPr>
          <p:cNvPr id="56" name="Google Shape;56;p10"/>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9" name="Google Shape;59;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81000" algn="ctr">
              <a:spcBef>
                <a:spcPts val="0"/>
              </a:spcBef>
              <a:spcAft>
                <a:spcPts val="0"/>
              </a:spcAft>
              <a:buSzPts val="2400"/>
              <a:buChar char="●"/>
              <a:defRPr/>
            </a:lvl1pPr>
            <a:lvl2pPr marL="914400" lvl="1" indent="-342900" algn="ctr">
              <a:spcBef>
                <a:spcPts val="0"/>
              </a:spcBef>
              <a:spcAft>
                <a:spcPts val="0"/>
              </a:spcAft>
              <a:buSzPts val="18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60" name="Google Shape;60;p11"/>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1"/>
        <p:cNvGrpSpPr/>
        <p:nvPr/>
      </p:nvGrpSpPr>
      <p:grpSpPr>
        <a:xfrm>
          <a:off x="0" y="0"/>
          <a:ext cx="0" cy="0"/>
          <a:chOff x="0" y="0"/>
          <a:chExt cx="0" cy="0"/>
        </a:xfrm>
      </p:grpSpPr>
      <p:pic>
        <p:nvPicPr>
          <p:cNvPr id="62" name="Google Shape;62;p12" descr="Android-Developer-Cover.jpg"/>
          <p:cNvPicPr preferRelativeResize="0"/>
          <p:nvPr/>
        </p:nvPicPr>
        <p:blipFill>
          <a:blip r:embed="rId2">
            <a:alphaModFix/>
          </a:blip>
          <a:stretch>
            <a:fillRect/>
          </a:stretch>
        </p:blipFill>
        <p:spPr>
          <a:xfrm>
            <a:off x="0" y="0"/>
            <a:ext cx="9144000" cy="5143500"/>
          </a:xfrm>
          <a:prstGeom prst="rect">
            <a:avLst/>
          </a:prstGeom>
          <a:noFill/>
          <a:ln>
            <a:noFill/>
          </a:ln>
        </p:spPr>
      </p:pic>
      <p:sp>
        <p:nvSpPr>
          <p:cNvPr id="63" name="Google Shape;63;p12"/>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64" name="Google Shape;64;p12"/>
          <p:cNvSpPr txBox="1">
            <a:spLocks noGrp="1"/>
          </p:cNvSpPr>
          <p:nvPr>
            <p:ph type="sldNum" idx="2"/>
          </p:nvPr>
        </p:nvSpPr>
        <p:spPr>
          <a:xfrm>
            <a:off x="8548658" y="4739417"/>
            <a:ext cx="548700" cy="393600"/>
          </a:xfrm>
          <a:prstGeom prst="rect">
            <a:avLst/>
          </a:prstGeom>
        </p:spPr>
        <p:txBody>
          <a:bodyPr spcFirstLastPara="1" wrap="square" lIns="91425" tIns="91425" rIns="91425" bIns="91425" anchor="ctr" anchorCtr="0">
            <a:no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65" name="Google Shape;65;p12"/>
          <p:cNvSpPr txBox="1">
            <a:spLocks noGrp="1"/>
          </p:cNvSpPr>
          <p:nvPr>
            <p:ph type="title"/>
          </p:nvPr>
        </p:nvSpPr>
        <p:spPr>
          <a:xfrm>
            <a:off x="265500" y="1928011"/>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AFAFA"/>
              </a:buClr>
              <a:buSzPts val="4200"/>
              <a:buNone/>
              <a:defRPr sz="4200">
                <a:solidFill>
                  <a:srgbClr val="FAFAFA"/>
                </a:solidFill>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66" name="Google Shape;66;p12"/>
          <p:cNvSpPr txBox="1">
            <a:spLocks noGrp="1"/>
          </p:cNvSpPr>
          <p:nvPr>
            <p:ph type="subTitle" idx="1"/>
          </p:nvPr>
        </p:nvSpPr>
        <p:spPr>
          <a:xfrm>
            <a:off x="265500" y="3497911"/>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AFAFA"/>
              </a:buClr>
              <a:buSzPts val="2100"/>
              <a:buNone/>
              <a:defRPr sz="2100">
                <a:solidFill>
                  <a:srgbClr val="FAFAFA"/>
                </a:solidFill>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67" name="Google Shape;67;p12"/>
          <p:cNvSpPr txBox="1">
            <a:spLocks noGrp="1"/>
          </p:cNvSpPr>
          <p:nvPr>
            <p:ph type="subTitle" idx="3"/>
          </p:nvPr>
        </p:nvSpPr>
        <p:spPr>
          <a:xfrm>
            <a:off x="265500" y="564125"/>
            <a:ext cx="4045200" cy="524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None/>
              <a:defRPr sz="1600">
                <a:solidFill>
                  <a:srgbClr val="FAFAFA"/>
                </a:solidFill>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pic>
        <p:nvPicPr>
          <p:cNvPr id="68" name="Google Shape;68;p12" descr="footer.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69" name="Google Shape;69;p12"/>
          <p:cNvSpPr txBox="1">
            <a:spLocks noGrp="1"/>
          </p:cNvSpPr>
          <p:nvPr>
            <p:ph type="sldNum" idx="4"/>
          </p:nvPr>
        </p:nvSpPr>
        <p:spPr>
          <a:xfrm>
            <a:off x="8548658" y="4739417"/>
            <a:ext cx="548700" cy="393600"/>
          </a:xfrm>
          <a:prstGeom prst="rect">
            <a:avLst/>
          </a:prstGeom>
        </p:spPr>
        <p:txBody>
          <a:bodyPr spcFirstLastPara="1" wrap="square" lIns="91425" tIns="91425" rIns="91425" bIns="91425" anchor="ctr" anchorCtr="0">
            <a:no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70" name="Google Shape;70;p12"/>
          <p:cNvSpPr txBox="1"/>
          <p:nvPr/>
        </p:nvSpPr>
        <p:spPr>
          <a:xfrm>
            <a:off x="2305475" y="4761375"/>
            <a:ext cx="2340600" cy="31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1000" b="1">
                <a:solidFill>
                  <a:srgbClr val="757575"/>
                </a:solidFill>
                <a:latin typeface="Roboto"/>
                <a:ea typeface="Roboto"/>
                <a:cs typeface="Roboto"/>
                <a:sym typeface="Roboto"/>
              </a:rPr>
              <a:t>Android Developer Fundamentals V2</a:t>
            </a:r>
            <a:endParaRPr sz="1000">
              <a:solidFill>
                <a:srgbClr val="757575"/>
              </a:solidFill>
              <a:latin typeface="Roboto"/>
              <a:ea typeface="Roboto"/>
              <a:cs typeface="Roboto"/>
              <a:sym typeface="Roboto"/>
            </a:endParaRPr>
          </a:p>
        </p:txBody>
      </p:sp>
      <p:sp>
        <p:nvSpPr>
          <p:cNvPr id="71" name="Google Shape;71;p12"/>
          <p:cNvSpPr txBox="1"/>
          <p:nvPr/>
        </p:nvSpPr>
        <p:spPr>
          <a:xfrm>
            <a:off x="5694725" y="4626375"/>
            <a:ext cx="2158500" cy="51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900" i="1">
                <a:solidFill>
                  <a:srgbClr val="666666"/>
                </a:solidFill>
                <a:latin typeface="Open Sans"/>
                <a:ea typeface="Open Sans"/>
                <a:cs typeface="Open Sans"/>
                <a:sym typeface="Open Sans"/>
              </a:rPr>
              <a:t>This work is licensed under a </a:t>
            </a:r>
            <a:r>
              <a:rPr lang="en" sz="900" i="1" u="sng">
                <a:solidFill>
                  <a:srgbClr val="666666"/>
                </a:solidFill>
                <a:latin typeface="Open Sans"/>
                <a:ea typeface="Open Sans"/>
                <a:cs typeface="Open Sans"/>
                <a:sym typeface="Open Sans"/>
                <a:hlinkClick r:id="rId4">
                  <a:extLst>
                    <a:ext uri="{A12FA001-AC4F-418D-AE19-62706E023703}">
                      <ahyp:hlinkClr xmlns:ahyp="http://schemas.microsoft.com/office/drawing/2018/hyperlinkcolor" val="tx"/>
                    </a:ext>
                  </a:extLst>
                </a:hlinkClick>
              </a:rPr>
              <a:t>Creative Commons Attribution 4.0 International License</a:t>
            </a:r>
            <a:r>
              <a:rPr lang="en" sz="900" i="1">
                <a:solidFill>
                  <a:srgbClr val="666666"/>
                </a:solidFill>
                <a:latin typeface="Open Sans"/>
                <a:ea typeface="Open Sans"/>
                <a:cs typeface="Open Sans"/>
                <a:sym typeface="Open Sans"/>
              </a:rPr>
              <a:t>.</a:t>
            </a:r>
            <a:endParaRPr sz="900" i="1">
              <a:solidFill>
                <a:srgbClr val="666666"/>
              </a:solidFill>
              <a:latin typeface="Roboto"/>
              <a:ea typeface="Roboto"/>
              <a:cs typeface="Roboto"/>
              <a:sym typeface="Roboto"/>
            </a:endParaRPr>
          </a:p>
          <a:p>
            <a:pPr marL="0" lvl="0" indent="0" algn="l" rtl="0">
              <a:spcBef>
                <a:spcPts val="0"/>
              </a:spcBef>
              <a:spcAft>
                <a:spcPts val="0"/>
              </a:spcAft>
              <a:buNone/>
            </a:pPr>
            <a:endParaRPr sz="900" i="1">
              <a:solidFill>
                <a:srgbClr val="666666"/>
              </a:solidFill>
              <a:latin typeface="Roboto"/>
              <a:ea typeface="Roboto"/>
              <a:cs typeface="Roboto"/>
              <a:sym typeface="Roboto"/>
            </a:endParaRPr>
          </a:p>
        </p:txBody>
      </p:sp>
      <p:pic>
        <p:nvPicPr>
          <p:cNvPr id="72" name="Google Shape;72;p12"/>
          <p:cNvPicPr preferRelativeResize="0"/>
          <p:nvPr/>
        </p:nvPicPr>
        <p:blipFill>
          <a:blip r:embed="rId5">
            <a:alphaModFix/>
          </a:blip>
          <a:stretch>
            <a:fillRect/>
          </a:stretch>
        </p:blipFill>
        <p:spPr>
          <a:xfrm>
            <a:off x="7853225" y="4788588"/>
            <a:ext cx="838200" cy="295275"/>
          </a:xfrm>
          <a:prstGeom prst="rect">
            <a:avLst/>
          </a:prstGeom>
          <a:noFill/>
          <a:ln>
            <a:noFill/>
          </a:ln>
        </p:spPr>
      </p:pic>
      <p:sp>
        <p:nvSpPr>
          <p:cNvPr id="73" name="Google Shape;73;p12"/>
          <p:cNvSpPr txBox="1"/>
          <p:nvPr/>
        </p:nvSpPr>
        <p:spPr>
          <a:xfrm>
            <a:off x="4483425" y="4663650"/>
            <a:ext cx="1287600" cy="46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sz="1000" b="1">
                <a:solidFill>
                  <a:srgbClr val="757575"/>
                </a:solidFill>
                <a:latin typeface="Roboto"/>
                <a:ea typeface="Roboto"/>
                <a:cs typeface="Roboto"/>
                <a:sym typeface="Roboto"/>
              </a:rPr>
              <a:t>Buttons and clickable images</a:t>
            </a:r>
            <a:endParaRPr sz="1000">
              <a:solidFill>
                <a:srgbClr val="757575"/>
              </a:solidFill>
              <a:latin typeface="Roboto"/>
              <a:ea typeface="Roboto"/>
              <a:cs typeface="Roboto"/>
              <a:sym typeface="Robot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74"/>
        <p:cNvGrpSpPr/>
        <p:nvPr/>
      </p:nvGrpSpPr>
      <p:grpSpPr>
        <a:xfrm>
          <a:off x="0" y="0"/>
          <a:ext cx="0" cy="0"/>
          <a:chOff x="0" y="0"/>
          <a:chExt cx="0" cy="0"/>
        </a:xfrm>
      </p:grpSpPr>
      <p:sp>
        <p:nvSpPr>
          <p:cNvPr id="75" name="Google Shape;75;p13"/>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4CAF50"/>
        </a:solidFill>
        <a:effectLst/>
      </p:bgPr>
    </p:bg>
    <p:spTree>
      <p:nvGrpSpPr>
        <p:cNvPr id="1" name="Shape 86"/>
        <p:cNvGrpSpPr/>
        <p:nvPr/>
      </p:nvGrpSpPr>
      <p:grpSpPr>
        <a:xfrm>
          <a:off x="0" y="0"/>
          <a:ext cx="0" cy="0"/>
          <a:chOff x="0" y="0"/>
          <a:chExt cx="0" cy="0"/>
        </a:xfrm>
      </p:grpSpPr>
      <p:sp>
        <p:nvSpPr>
          <p:cNvPr id="87" name="Google Shape;87;p15"/>
          <p:cNvSpPr txBox="1">
            <a:spLocks noGrp="1"/>
          </p:cNvSpPr>
          <p:nvPr>
            <p:ph type="ctrTitle"/>
          </p:nvPr>
        </p:nvSpPr>
        <p:spPr>
          <a:xfrm>
            <a:off x="311708" y="1006793"/>
            <a:ext cx="85206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AFAFA"/>
              </a:buClr>
              <a:buSzPts val="5200"/>
              <a:buNone/>
              <a:defRPr sz="5200" b="1">
                <a:solidFill>
                  <a:srgbClr val="FAFAFA"/>
                </a:solidFill>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88" name="Google Shape;88;p15"/>
          <p:cNvSpPr txBox="1">
            <a:spLocks noGrp="1"/>
          </p:cNvSpPr>
          <p:nvPr>
            <p:ph type="subTitle" idx="1"/>
          </p:nvPr>
        </p:nvSpPr>
        <p:spPr>
          <a:xfrm>
            <a:off x="311700" y="3096343"/>
            <a:ext cx="85206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AFAFA"/>
              </a:buClr>
              <a:buSzPts val="2800"/>
              <a:buNone/>
              <a:defRPr sz="2800">
                <a:solidFill>
                  <a:srgbClr val="FAFAFA"/>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89" name="Google Shape;89;p15"/>
          <p:cNvSpPr txBox="1">
            <a:spLocks noGrp="1"/>
          </p:cNvSpPr>
          <p:nvPr>
            <p:ph type="sldNum" idx="12"/>
          </p:nvPr>
        </p:nvSpPr>
        <p:spPr>
          <a:xfrm>
            <a:off x="86248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rgbClr val="4CAF50"/>
        </a:solidFill>
        <a:effectLst/>
      </p:bgPr>
    </p:bg>
    <p:spTree>
      <p:nvGrpSpPr>
        <p:cNvPr id="1" name="Shape 90"/>
        <p:cNvGrpSpPr/>
        <p:nvPr/>
      </p:nvGrpSpPr>
      <p:grpSpPr>
        <a:xfrm>
          <a:off x="0" y="0"/>
          <a:ext cx="0" cy="0"/>
          <a:chOff x="0" y="0"/>
          <a:chExt cx="0" cy="0"/>
        </a:xfrm>
      </p:grpSpPr>
      <p:sp>
        <p:nvSpPr>
          <p:cNvPr id="91" name="Google Shape;91;p16"/>
          <p:cNvSpPr txBox="1">
            <a:spLocks noGrp="1"/>
          </p:cNvSpPr>
          <p:nvPr>
            <p:ph type="title"/>
          </p:nvPr>
        </p:nvSpPr>
        <p:spPr>
          <a:xfrm>
            <a:off x="311700" y="20746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AFAFA"/>
              </a:buClr>
              <a:buSzPts val="3600"/>
              <a:buNone/>
              <a:defRPr sz="3600">
                <a:solidFill>
                  <a:srgbClr val="FAFAFA"/>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92" name="Google Shape;92;p16"/>
          <p:cNvSpPr txBox="1">
            <a:spLocks noGrp="1"/>
          </p:cNvSpPr>
          <p:nvPr>
            <p:ph type="sldNum" idx="12"/>
          </p:nvPr>
        </p:nvSpPr>
        <p:spPr>
          <a:xfrm>
            <a:off x="86248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rgbClr val="FFFFFF"/>
        </a:solidFill>
        <a:effectLst/>
      </p:bgPr>
    </p:bg>
    <p:spTree>
      <p:nvGrpSpPr>
        <p:cNvPr id="1" name="Shape 93"/>
        <p:cNvGrpSpPr/>
        <p:nvPr/>
      </p:nvGrpSpPr>
      <p:grpSpPr>
        <a:xfrm>
          <a:off x="0" y="0"/>
          <a:ext cx="0" cy="0"/>
          <a:chOff x="0" y="0"/>
          <a:chExt cx="0" cy="0"/>
        </a:xfrm>
      </p:grpSpPr>
      <p:sp>
        <p:nvSpPr>
          <p:cNvPr id="94" name="Google Shape;94;p17"/>
          <p:cNvSpPr/>
          <p:nvPr/>
        </p:nvSpPr>
        <p:spPr>
          <a:xfrm>
            <a:off x="-11200" y="-37825"/>
            <a:ext cx="9155100" cy="1018500"/>
          </a:xfrm>
          <a:prstGeom prst="rect">
            <a:avLst/>
          </a:prstGeom>
          <a:solidFill>
            <a:srgbClr val="4CAF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7"/>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6" name="Google Shape;96;p17"/>
          <p:cNvSpPr txBox="1">
            <a:spLocks noGrp="1"/>
          </p:cNvSpPr>
          <p:nvPr>
            <p:ph type="body" idx="1"/>
          </p:nvPr>
        </p:nvSpPr>
        <p:spPr>
          <a:xfrm>
            <a:off x="311700" y="1076275"/>
            <a:ext cx="8520600" cy="3416400"/>
          </a:xfrm>
          <a:prstGeom prst="rect">
            <a:avLst/>
          </a:prstGeom>
        </p:spPr>
        <p:txBody>
          <a:bodyPr spcFirstLastPara="1" wrap="square" lIns="91425" tIns="91425" rIns="91425" bIns="91425" anchor="t" anchorCtr="0">
            <a:noAutofit/>
          </a:bodyPr>
          <a:lstStyle>
            <a:lvl1pPr marL="457200" lvl="0" indent="-381000" rtl="0">
              <a:lnSpc>
                <a:spcPct val="115000"/>
              </a:lnSpc>
              <a:spcBef>
                <a:spcPts val="1000"/>
              </a:spcBef>
              <a:spcAft>
                <a:spcPts val="0"/>
              </a:spcAft>
              <a:buSzPts val="2400"/>
              <a:buAutoNum type="arabicPeriod"/>
              <a:defRPr/>
            </a:lvl1pPr>
            <a:lvl2pPr marL="914400" lvl="1" indent="-355600" rtl="0">
              <a:lnSpc>
                <a:spcPct val="115000"/>
              </a:lnSpc>
              <a:spcBef>
                <a:spcPts val="1000"/>
              </a:spcBef>
              <a:spcAft>
                <a:spcPts val="0"/>
              </a:spcAft>
              <a:buSzPts val="2000"/>
              <a:buAutoNum type="alphaLcPeriod"/>
              <a:defRPr sz="2000"/>
            </a:lvl2pPr>
            <a:lvl3pPr marL="1371600" lvl="2" indent="-317500" rtl="0">
              <a:spcBef>
                <a:spcPts val="0"/>
              </a:spcBef>
              <a:spcAft>
                <a:spcPts val="0"/>
              </a:spcAft>
              <a:buSzPts val="1400"/>
              <a:buAutoNum type="romanLcPeriod"/>
              <a:defRPr/>
            </a:lvl3pPr>
            <a:lvl4pPr marL="1828800" lvl="3" indent="-317500" rtl="0">
              <a:spcBef>
                <a:spcPts val="0"/>
              </a:spcBef>
              <a:spcAft>
                <a:spcPts val="0"/>
              </a:spcAft>
              <a:buSzPts val="1400"/>
              <a:buAutoNum type="arabicPeriod"/>
              <a:defRPr/>
            </a:lvl4pPr>
            <a:lvl5pPr marL="2286000" lvl="4" indent="-317500" rtl="0">
              <a:spcBef>
                <a:spcPts val="1600"/>
              </a:spcBef>
              <a:spcAft>
                <a:spcPts val="0"/>
              </a:spcAft>
              <a:buSzPts val="1400"/>
              <a:buAutoNum type="alphaLcPeriod"/>
              <a:defRPr/>
            </a:lvl5pPr>
            <a:lvl6pPr marL="2743200" lvl="5" indent="-317500" rtl="0">
              <a:spcBef>
                <a:spcPts val="1600"/>
              </a:spcBef>
              <a:spcAft>
                <a:spcPts val="0"/>
              </a:spcAft>
              <a:buSzPts val="1400"/>
              <a:buAutoNum type="romanLcPeriod"/>
              <a:defRPr/>
            </a:lvl6pPr>
            <a:lvl7pPr marL="3200400" lvl="6" indent="-317500" rtl="0">
              <a:spcBef>
                <a:spcPts val="1600"/>
              </a:spcBef>
              <a:spcAft>
                <a:spcPts val="0"/>
              </a:spcAft>
              <a:buSzPts val="1400"/>
              <a:buAutoNum type="arabicPeriod"/>
              <a:defRPr/>
            </a:lvl7pPr>
            <a:lvl8pPr marL="3657600" lvl="7" indent="-317500" rtl="0">
              <a:spcBef>
                <a:spcPts val="1600"/>
              </a:spcBef>
              <a:spcAft>
                <a:spcPts val="0"/>
              </a:spcAft>
              <a:buSzPts val="1400"/>
              <a:buAutoNum type="alphaLcPeriod"/>
              <a:defRPr/>
            </a:lvl8pPr>
            <a:lvl9pPr marL="4114800" lvl="8" indent="-317500" rtl="0">
              <a:spcBef>
                <a:spcPts val="1600"/>
              </a:spcBef>
              <a:spcAft>
                <a:spcPts val="1600"/>
              </a:spcAft>
              <a:buSzPts val="1400"/>
              <a:buAutoNum type="romanLcPeriod"/>
              <a:defRPr/>
            </a:lvl9pPr>
          </a:lstStyle>
          <a:p>
            <a:endParaRPr/>
          </a:p>
        </p:txBody>
      </p:sp>
      <p:sp>
        <p:nvSpPr>
          <p:cNvPr id="97" name="Google Shape;97;p17"/>
          <p:cNvSpPr txBox="1">
            <a:spLocks noGrp="1"/>
          </p:cNvSpPr>
          <p:nvPr>
            <p:ph type="sldNum" idx="12"/>
          </p:nvPr>
        </p:nvSpPr>
        <p:spPr>
          <a:xfrm>
            <a:off x="86248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8"/>
        <p:cNvGrpSpPr/>
        <p:nvPr/>
      </p:nvGrpSpPr>
      <p:grpSpPr>
        <a:xfrm>
          <a:off x="0" y="0"/>
          <a:ext cx="0" cy="0"/>
          <a:chOff x="0" y="0"/>
          <a:chExt cx="0" cy="0"/>
        </a:xfrm>
      </p:grpSpPr>
      <p:sp>
        <p:nvSpPr>
          <p:cNvPr id="99" name="Google Shape;99;p18"/>
          <p:cNvSpPr txBox="1">
            <a:spLocks noGrp="1"/>
          </p:cNvSpPr>
          <p:nvPr>
            <p:ph type="body" idx="1"/>
          </p:nvPr>
        </p:nvSpPr>
        <p:spPr>
          <a:xfrm>
            <a:off x="311700" y="1190295"/>
            <a:ext cx="3999900" cy="3416400"/>
          </a:xfrm>
          <a:prstGeom prst="rect">
            <a:avLst/>
          </a:prstGeom>
        </p:spPr>
        <p:txBody>
          <a:bodyPr spcFirstLastPara="1" wrap="square" lIns="91425" tIns="91425" rIns="91425" bIns="91425" anchor="t" anchorCtr="0">
            <a:noAutofit/>
          </a:bodyPr>
          <a:lstStyle>
            <a:lvl1pPr marL="457200" lvl="0" indent="-381000" rtl="0">
              <a:spcBef>
                <a:spcPts val="0"/>
              </a:spcBef>
              <a:spcAft>
                <a:spcPts val="0"/>
              </a:spcAft>
              <a:buSzPts val="2400"/>
              <a:buChar char="●"/>
              <a:defRPr/>
            </a:lvl1pPr>
            <a:lvl2pPr marL="914400" lvl="1" indent="-342900" rtl="0">
              <a:spcBef>
                <a:spcPts val="0"/>
              </a:spcBef>
              <a:spcAft>
                <a:spcPts val="0"/>
              </a:spcAft>
              <a:buSzPts val="1800"/>
              <a:buChar char="○"/>
              <a:defRPr/>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00" name="Google Shape;100;p18"/>
          <p:cNvSpPr txBox="1">
            <a:spLocks noGrp="1"/>
          </p:cNvSpPr>
          <p:nvPr>
            <p:ph type="body" idx="2"/>
          </p:nvPr>
        </p:nvSpPr>
        <p:spPr>
          <a:xfrm>
            <a:off x="4832400" y="1190295"/>
            <a:ext cx="3999900" cy="3416400"/>
          </a:xfrm>
          <a:prstGeom prst="rect">
            <a:avLst/>
          </a:prstGeom>
        </p:spPr>
        <p:txBody>
          <a:bodyPr spcFirstLastPara="1" wrap="square" lIns="91425" tIns="91425" rIns="91425" bIns="91425" anchor="t" anchorCtr="0">
            <a:noAutofit/>
          </a:bodyPr>
          <a:lstStyle>
            <a:lvl1pPr marL="457200" lvl="0" indent="-381000" rtl="0">
              <a:spcBef>
                <a:spcPts val="0"/>
              </a:spcBef>
              <a:spcAft>
                <a:spcPts val="0"/>
              </a:spcAft>
              <a:buSzPts val="2400"/>
              <a:buChar char="●"/>
              <a:defRPr/>
            </a:lvl1pPr>
            <a:lvl2pPr marL="914400" lvl="1" indent="-342900" rtl="0">
              <a:spcBef>
                <a:spcPts val="0"/>
              </a:spcBef>
              <a:spcAft>
                <a:spcPts val="0"/>
              </a:spcAft>
              <a:buSzPts val="1800"/>
              <a:buChar char="○"/>
              <a:defRPr/>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01" name="Google Shape;101;p18"/>
          <p:cNvSpPr txBox="1">
            <a:spLocks noGrp="1"/>
          </p:cNvSpPr>
          <p:nvPr>
            <p:ph type="sldNum" idx="12"/>
          </p:nvPr>
        </p:nvSpPr>
        <p:spPr>
          <a:xfrm>
            <a:off x="86248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02" name="Google Shape;102;p18"/>
          <p:cNvSpPr/>
          <p:nvPr/>
        </p:nvSpPr>
        <p:spPr>
          <a:xfrm>
            <a:off x="-11200" y="-37825"/>
            <a:ext cx="9155100" cy="1018500"/>
          </a:xfrm>
          <a:prstGeom prst="rect">
            <a:avLst/>
          </a:prstGeom>
          <a:solidFill>
            <a:srgbClr val="4CAF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8"/>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4"/>
        <p:cNvGrpSpPr/>
        <p:nvPr/>
      </p:nvGrpSpPr>
      <p:grpSpPr>
        <a:xfrm>
          <a:off x="0" y="0"/>
          <a:ext cx="0" cy="0"/>
          <a:chOff x="0" y="0"/>
          <a:chExt cx="0" cy="0"/>
        </a:xfrm>
      </p:grpSpPr>
      <p:sp>
        <p:nvSpPr>
          <p:cNvPr id="105" name="Google Shape;105;p19"/>
          <p:cNvSpPr txBox="1">
            <a:spLocks noGrp="1"/>
          </p:cNvSpPr>
          <p:nvPr>
            <p:ph type="sldNum" idx="12"/>
          </p:nvPr>
        </p:nvSpPr>
        <p:spPr>
          <a:xfrm>
            <a:off x="86248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06" name="Google Shape;106;p19"/>
          <p:cNvSpPr/>
          <p:nvPr/>
        </p:nvSpPr>
        <p:spPr>
          <a:xfrm>
            <a:off x="-11200" y="-37825"/>
            <a:ext cx="9155100" cy="1018500"/>
          </a:xfrm>
          <a:prstGeom prst="rect">
            <a:avLst/>
          </a:prstGeom>
          <a:solidFill>
            <a:srgbClr val="4CAF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9"/>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8"/>
        <p:cNvGrpSpPr/>
        <p:nvPr/>
      </p:nvGrpSpPr>
      <p:grpSpPr>
        <a:xfrm>
          <a:off x="0" y="0"/>
          <a:ext cx="0" cy="0"/>
          <a:chOff x="0" y="0"/>
          <a:chExt cx="0" cy="0"/>
        </a:xfrm>
      </p:grpSpPr>
      <p:sp>
        <p:nvSpPr>
          <p:cNvPr id="109" name="Google Shape;109;p20"/>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10" name="Google Shape;110;p20"/>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11" name="Google Shape;111;p20"/>
          <p:cNvSpPr txBox="1">
            <a:spLocks noGrp="1"/>
          </p:cNvSpPr>
          <p:nvPr>
            <p:ph type="sldNum" idx="12"/>
          </p:nvPr>
        </p:nvSpPr>
        <p:spPr>
          <a:xfrm>
            <a:off x="86248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12"/>
        <p:cNvGrpSpPr/>
        <p:nvPr/>
      </p:nvGrpSpPr>
      <p:grpSpPr>
        <a:xfrm>
          <a:off x="0" y="0"/>
          <a:ext cx="0" cy="0"/>
          <a:chOff x="0" y="0"/>
          <a:chExt cx="0" cy="0"/>
        </a:xfrm>
      </p:grpSpPr>
      <p:sp>
        <p:nvSpPr>
          <p:cNvPr id="113" name="Google Shape;113;p21"/>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114" name="Google Shape;114;p21"/>
          <p:cNvSpPr txBox="1">
            <a:spLocks noGrp="1"/>
          </p:cNvSpPr>
          <p:nvPr>
            <p:ph type="sldNum" idx="12"/>
          </p:nvPr>
        </p:nvSpPr>
        <p:spPr>
          <a:xfrm>
            <a:off x="86248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5"/>
        <p:cNvGrpSpPr/>
        <p:nvPr/>
      </p:nvGrpSpPr>
      <p:grpSpPr>
        <a:xfrm>
          <a:off x="0" y="0"/>
          <a:ext cx="0" cy="0"/>
          <a:chOff x="0" y="0"/>
          <a:chExt cx="0" cy="0"/>
        </a:xfrm>
      </p:grpSpPr>
      <p:sp>
        <p:nvSpPr>
          <p:cNvPr id="116" name="Google Shape;116;p22"/>
          <p:cNvSpPr/>
          <p:nvPr/>
        </p:nvSpPr>
        <p:spPr>
          <a:xfrm>
            <a:off x="4572000" y="-125"/>
            <a:ext cx="4572000" cy="4660500"/>
          </a:xfrm>
          <a:prstGeom prst="rect">
            <a:avLst/>
          </a:prstGeom>
          <a:solidFill>
            <a:srgbClr val="4CAF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2"/>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8" name="Google Shape;118;p22"/>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19" name="Google Shape;119;p22"/>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81000" rtl="0">
              <a:spcBef>
                <a:spcPts val="0"/>
              </a:spcBef>
              <a:spcAft>
                <a:spcPts val="0"/>
              </a:spcAft>
              <a:buSzPts val="2400"/>
              <a:buChar char="●"/>
              <a:defRPr/>
            </a:lvl1pPr>
            <a:lvl2pPr marL="914400" lvl="1" indent="-342900" rtl="0">
              <a:spcBef>
                <a:spcPts val="0"/>
              </a:spcBef>
              <a:spcAft>
                <a:spcPts val="0"/>
              </a:spcAft>
              <a:buSzPts val="18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120" name="Google Shape;120;p22"/>
          <p:cNvSpPr txBox="1">
            <a:spLocks noGrp="1"/>
          </p:cNvSpPr>
          <p:nvPr>
            <p:ph type="sldNum" idx="12"/>
          </p:nvPr>
        </p:nvSpPr>
        <p:spPr>
          <a:xfrm>
            <a:off x="86248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21"/>
        <p:cNvGrpSpPr/>
        <p:nvPr/>
      </p:nvGrpSpPr>
      <p:grpSpPr>
        <a:xfrm>
          <a:off x="0" y="0"/>
          <a:ext cx="0" cy="0"/>
          <a:chOff x="0" y="0"/>
          <a:chExt cx="0" cy="0"/>
        </a:xfrm>
      </p:grpSpPr>
      <p:sp>
        <p:nvSpPr>
          <p:cNvPr id="122" name="Google Shape;122;p23"/>
          <p:cNvSpPr txBox="1">
            <a:spLocks noGrp="1"/>
          </p:cNvSpPr>
          <p:nvPr>
            <p:ph type="body" idx="1"/>
          </p:nvPr>
        </p:nvSpPr>
        <p:spPr>
          <a:xfrm>
            <a:off x="311700" y="3918598"/>
            <a:ext cx="5998800" cy="6051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2400"/>
              <a:buNone/>
              <a:defRPr/>
            </a:lvl1pPr>
          </a:lstStyle>
          <a:p>
            <a:endParaRPr/>
          </a:p>
        </p:txBody>
      </p:sp>
      <p:sp>
        <p:nvSpPr>
          <p:cNvPr id="123" name="Google Shape;123;p23"/>
          <p:cNvSpPr txBox="1">
            <a:spLocks noGrp="1"/>
          </p:cNvSpPr>
          <p:nvPr>
            <p:ph type="sldNum" idx="12"/>
          </p:nvPr>
        </p:nvSpPr>
        <p:spPr>
          <a:xfrm>
            <a:off x="86248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24"/>
        <p:cNvGrpSpPr/>
        <p:nvPr/>
      </p:nvGrpSpPr>
      <p:grpSpPr>
        <a:xfrm>
          <a:off x="0" y="0"/>
          <a:ext cx="0" cy="0"/>
          <a:chOff x="0" y="0"/>
          <a:chExt cx="0" cy="0"/>
        </a:xfrm>
      </p:grpSpPr>
      <p:sp>
        <p:nvSpPr>
          <p:cNvPr id="125" name="Google Shape;125;p24"/>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26" name="Google Shape;126;p24"/>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81000" algn="ctr" rtl="0">
              <a:spcBef>
                <a:spcPts val="0"/>
              </a:spcBef>
              <a:spcAft>
                <a:spcPts val="0"/>
              </a:spcAft>
              <a:buSzPts val="2400"/>
              <a:buChar char="●"/>
              <a:defRPr/>
            </a:lvl1pPr>
            <a:lvl2pPr marL="914400" lvl="1" indent="-342900" algn="ctr" rtl="0">
              <a:spcBef>
                <a:spcPts val="0"/>
              </a:spcBef>
              <a:spcAft>
                <a:spcPts val="0"/>
              </a:spcAft>
              <a:buSzPts val="18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127" name="Google Shape;127;p24"/>
          <p:cNvSpPr txBox="1">
            <a:spLocks noGrp="1"/>
          </p:cNvSpPr>
          <p:nvPr>
            <p:ph type="sldNum" idx="12"/>
          </p:nvPr>
        </p:nvSpPr>
        <p:spPr>
          <a:xfrm>
            <a:off x="86248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8"/>
        <p:cNvGrpSpPr/>
        <p:nvPr/>
      </p:nvGrpSpPr>
      <p:grpSpPr>
        <a:xfrm>
          <a:off x="0" y="0"/>
          <a:ext cx="0" cy="0"/>
          <a:chOff x="0" y="0"/>
          <a:chExt cx="0" cy="0"/>
        </a:xfrm>
      </p:grpSpPr>
      <p:pic>
        <p:nvPicPr>
          <p:cNvPr id="129" name="Google Shape;129;p25" descr="Android-Developer-Cover.jpg"/>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130" name="Google Shape;130;p25" descr="footer.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131" name="Google Shape;131;p25"/>
          <p:cNvSpPr txBox="1"/>
          <p:nvPr/>
        </p:nvSpPr>
        <p:spPr>
          <a:xfrm>
            <a:off x="2381682" y="4761375"/>
            <a:ext cx="2219100" cy="22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1000" b="1">
                <a:solidFill>
                  <a:srgbClr val="757575"/>
                </a:solidFill>
                <a:latin typeface="Roboto"/>
                <a:ea typeface="Roboto"/>
                <a:cs typeface="Roboto"/>
                <a:sym typeface="Roboto"/>
              </a:rPr>
              <a:t>Android Developer Fundamentals </a:t>
            </a:r>
            <a:endParaRPr sz="1000">
              <a:solidFill>
                <a:srgbClr val="757575"/>
              </a:solidFill>
              <a:latin typeface="Roboto"/>
              <a:ea typeface="Roboto"/>
              <a:cs typeface="Roboto"/>
              <a:sym typeface="Roboto"/>
            </a:endParaRPr>
          </a:p>
        </p:txBody>
      </p:sp>
      <p:sp>
        <p:nvSpPr>
          <p:cNvPr id="132" name="Google Shape;132;p25"/>
          <p:cNvSpPr txBox="1">
            <a:spLocks noGrp="1"/>
          </p:cNvSpPr>
          <p:nvPr>
            <p:ph type="sldNum" idx="12"/>
          </p:nvPr>
        </p:nvSpPr>
        <p:spPr>
          <a:xfrm>
            <a:off x="86248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3" name="Google Shape;133;p25"/>
          <p:cNvSpPr txBox="1">
            <a:spLocks noGrp="1"/>
          </p:cNvSpPr>
          <p:nvPr>
            <p:ph type="sldNum" idx="2"/>
          </p:nvPr>
        </p:nvSpPr>
        <p:spPr>
          <a:xfrm>
            <a:off x="8624858" y="4739417"/>
            <a:ext cx="548700" cy="393600"/>
          </a:xfrm>
          <a:prstGeom prst="rect">
            <a:avLst/>
          </a:prstGeom>
        </p:spPr>
        <p:txBody>
          <a:bodyPr spcFirstLastPara="1" wrap="square" lIns="91425" tIns="91425" rIns="91425" bIns="91425" anchor="ctr" anchorCtr="0">
            <a:no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34" name="Google Shape;134;p25"/>
          <p:cNvSpPr txBox="1">
            <a:spLocks noGrp="1"/>
          </p:cNvSpPr>
          <p:nvPr>
            <p:ph type="title"/>
          </p:nvPr>
        </p:nvSpPr>
        <p:spPr>
          <a:xfrm>
            <a:off x="265500" y="1928011"/>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AFAFA"/>
              </a:buClr>
              <a:buSzPts val="4200"/>
              <a:buNone/>
              <a:defRPr sz="4200">
                <a:solidFill>
                  <a:srgbClr val="FAFAFA"/>
                </a:solidFill>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35" name="Google Shape;135;p25"/>
          <p:cNvSpPr txBox="1">
            <a:spLocks noGrp="1"/>
          </p:cNvSpPr>
          <p:nvPr>
            <p:ph type="subTitle" idx="1"/>
          </p:nvPr>
        </p:nvSpPr>
        <p:spPr>
          <a:xfrm>
            <a:off x="265500" y="3497911"/>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AFAFA"/>
              </a:buClr>
              <a:buSzPts val="2100"/>
              <a:buNone/>
              <a:defRPr sz="2100">
                <a:solidFill>
                  <a:srgbClr val="FAFAFA"/>
                </a:solidFill>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36" name="Google Shape;136;p25"/>
          <p:cNvSpPr txBox="1">
            <a:spLocks noGrp="1"/>
          </p:cNvSpPr>
          <p:nvPr>
            <p:ph type="sldNum" idx="3"/>
          </p:nvPr>
        </p:nvSpPr>
        <p:spPr>
          <a:xfrm>
            <a:off x="8624858" y="4739417"/>
            <a:ext cx="548700" cy="393600"/>
          </a:xfrm>
          <a:prstGeom prst="rect">
            <a:avLst/>
          </a:prstGeom>
        </p:spPr>
        <p:txBody>
          <a:bodyPr spcFirstLastPara="1" wrap="square" lIns="91425" tIns="91425" rIns="91425" bIns="91425" anchor="ctr" anchorCtr="0">
            <a:no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37" name="Google Shape;137;p25"/>
          <p:cNvSpPr txBox="1">
            <a:spLocks noGrp="1"/>
          </p:cNvSpPr>
          <p:nvPr>
            <p:ph type="subTitle" idx="4"/>
          </p:nvPr>
        </p:nvSpPr>
        <p:spPr>
          <a:xfrm>
            <a:off x="265500" y="564125"/>
            <a:ext cx="4045200" cy="52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600">
                <a:solidFill>
                  <a:srgbClr val="FAFAFA"/>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pic>
        <p:nvPicPr>
          <p:cNvPr id="138" name="Google Shape;138;p25"/>
          <p:cNvPicPr preferRelativeResize="0"/>
          <p:nvPr/>
        </p:nvPicPr>
        <p:blipFill>
          <a:blip r:embed="rId4">
            <a:alphaModFix/>
          </a:blip>
          <a:stretch>
            <a:fillRect/>
          </a:stretch>
        </p:blipFill>
        <p:spPr>
          <a:xfrm>
            <a:off x="7833525" y="4777350"/>
            <a:ext cx="908100" cy="317725"/>
          </a:xfrm>
          <a:prstGeom prst="rect">
            <a:avLst/>
          </a:prstGeom>
          <a:noFill/>
          <a:ln>
            <a:noFill/>
          </a:ln>
        </p:spPr>
      </p:pic>
      <p:sp>
        <p:nvSpPr>
          <p:cNvPr id="139" name="Google Shape;139;p25"/>
          <p:cNvSpPr txBox="1"/>
          <p:nvPr/>
        </p:nvSpPr>
        <p:spPr>
          <a:xfrm>
            <a:off x="5610875" y="4618725"/>
            <a:ext cx="2158500" cy="51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i="1">
                <a:solidFill>
                  <a:srgbClr val="666666"/>
                </a:solidFill>
                <a:latin typeface="Roboto"/>
                <a:ea typeface="Roboto"/>
                <a:cs typeface="Roboto"/>
                <a:sym typeface="Roboto"/>
              </a:rPr>
              <a:t>This work is licensed under a </a:t>
            </a:r>
            <a:r>
              <a:rPr lang="en" sz="900" i="1" u="sng">
                <a:solidFill>
                  <a:srgbClr val="666666"/>
                </a:solidFill>
                <a:latin typeface="Roboto"/>
                <a:ea typeface="Roboto"/>
                <a:cs typeface="Roboto"/>
                <a:sym typeface="Roboto"/>
                <a:hlinkClick r:id="rId5">
                  <a:extLst>
                    <a:ext uri="{A12FA001-AC4F-418D-AE19-62706E023703}">
                      <ahyp:hlinkClr xmlns:ahyp="http://schemas.microsoft.com/office/drawing/2018/hyperlinkcolor" val="tx"/>
                    </a:ext>
                  </a:extLst>
                </a:hlinkClick>
              </a:rPr>
              <a:t>Creative Commons Attribution-NonCommercial 4.0 International License</a:t>
            </a:r>
            <a:endParaRPr sz="900" i="1">
              <a:solidFill>
                <a:srgbClr val="666666"/>
              </a:solidFill>
              <a:latin typeface="Roboto"/>
              <a:ea typeface="Roboto"/>
              <a:cs typeface="Roboto"/>
              <a:sym typeface="Robot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140"/>
        <p:cNvGrpSpPr/>
        <p:nvPr/>
      </p:nvGrpSpPr>
      <p:grpSpPr>
        <a:xfrm>
          <a:off x="0" y="0"/>
          <a:ext cx="0" cy="0"/>
          <a:chOff x="0" y="0"/>
          <a:chExt cx="0" cy="0"/>
        </a:xfrm>
      </p:grpSpPr>
      <p:sp>
        <p:nvSpPr>
          <p:cNvPr id="141" name="Google Shape;141;p26"/>
          <p:cNvSpPr txBox="1">
            <a:spLocks noGrp="1"/>
          </p:cNvSpPr>
          <p:nvPr>
            <p:ph type="sldNum" idx="12"/>
          </p:nvPr>
        </p:nvSpPr>
        <p:spPr>
          <a:xfrm>
            <a:off x="86248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4CAF50"/>
        </a:solidFill>
        <a:effectLst/>
      </p:bgPr>
    </p:bg>
    <p:spTree>
      <p:nvGrpSpPr>
        <p:cNvPr id="1" name="Shape 149"/>
        <p:cNvGrpSpPr/>
        <p:nvPr/>
      </p:nvGrpSpPr>
      <p:grpSpPr>
        <a:xfrm>
          <a:off x="0" y="0"/>
          <a:ext cx="0" cy="0"/>
          <a:chOff x="0" y="0"/>
          <a:chExt cx="0" cy="0"/>
        </a:xfrm>
      </p:grpSpPr>
      <p:sp>
        <p:nvSpPr>
          <p:cNvPr id="150" name="Google Shape;150;p28"/>
          <p:cNvSpPr txBox="1">
            <a:spLocks noGrp="1"/>
          </p:cNvSpPr>
          <p:nvPr>
            <p:ph type="ctrTitle"/>
          </p:nvPr>
        </p:nvSpPr>
        <p:spPr>
          <a:xfrm>
            <a:off x="311708" y="1006793"/>
            <a:ext cx="85206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AFAFA"/>
              </a:buClr>
              <a:buSzPts val="5200"/>
              <a:buNone/>
              <a:defRPr sz="5200" b="1">
                <a:solidFill>
                  <a:srgbClr val="FAFAFA"/>
                </a:solidFill>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51" name="Google Shape;151;p28"/>
          <p:cNvSpPr txBox="1">
            <a:spLocks noGrp="1"/>
          </p:cNvSpPr>
          <p:nvPr>
            <p:ph type="subTitle" idx="1"/>
          </p:nvPr>
        </p:nvSpPr>
        <p:spPr>
          <a:xfrm>
            <a:off x="311700" y="3096343"/>
            <a:ext cx="85206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AFAFA"/>
              </a:buClr>
              <a:buSzPts val="2800"/>
              <a:buNone/>
              <a:defRPr sz="2800">
                <a:solidFill>
                  <a:srgbClr val="FAFAFA"/>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52" name="Google Shape;152;p28"/>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rgbClr val="4CAF50"/>
        </a:solidFill>
        <a:effectLst/>
      </p:bgPr>
    </p:bg>
    <p:spTree>
      <p:nvGrpSpPr>
        <p:cNvPr id="1" name="Shape 153"/>
        <p:cNvGrpSpPr/>
        <p:nvPr/>
      </p:nvGrpSpPr>
      <p:grpSpPr>
        <a:xfrm>
          <a:off x="0" y="0"/>
          <a:ext cx="0" cy="0"/>
          <a:chOff x="0" y="0"/>
          <a:chExt cx="0" cy="0"/>
        </a:xfrm>
      </p:grpSpPr>
      <p:sp>
        <p:nvSpPr>
          <p:cNvPr id="154" name="Google Shape;154;p29"/>
          <p:cNvSpPr txBox="1">
            <a:spLocks noGrp="1"/>
          </p:cNvSpPr>
          <p:nvPr>
            <p:ph type="title"/>
          </p:nvPr>
        </p:nvSpPr>
        <p:spPr>
          <a:xfrm>
            <a:off x="311700" y="20746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AFAFA"/>
              </a:buClr>
              <a:buSzPts val="3600"/>
              <a:buNone/>
              <a:defRPr sz="3600">
                <a:solidFill>
                  <a:srgbClr val="FAFAFA"/>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5" name="Google Shape;155;p29"/>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rgbClr val="FFFFFF"/>
        </a:solidFill>
        <a:effectLst/>
      </p:bgPr>
    </p:bg>
    <p:spTree>
      <p:nvGrpSpPr>
        <p:cNvPr id="1" name="Shape 156"/>
        <p:cNvGrpSpPr/>
        <p:nvPr/>
      </p:nvGrpSpPr>
      <p:grpSpPr>
        <a:xfrm>
          <a:off x="0" y="0"/>
          <a:ext cx="0" cy="0"/>
          <a:chOff x="0" y="0"/>
          <a:chExt cx="0" cy="0"/>
        </a:xfrm>
      </p:grpSpPr>
      <p:sp>
        <p:nvSpPr>
          <p:cNvPr id="157" name="Google Shape;157;p30"/>
          <p:cNvSpPr/>
          <p:nvPr/>
        </p:nvSpPr>
        <p:spPr>
          <a:xfrm>
            <a:off x="-11200" y="-37825"/>
            <a:ext cx="9155100" cy="1018500"/>
          </a:xfrm>
          <a:prstGeom prst="rect">
            <a:avLst/>
          </a:prstGeom>
          <a:solidFill>
            <a:srgbClr val="4CAF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30"/>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59" name="Google Shape;159;p30"/>
          <p:cNvSpPr txBox="1">
            <a:spLocks noGrp="1"/>
          </p:cNvSpPr>
          <p:nvPr>
            <p:ph type="body" idx="1"/>
          </p:nvPr>
        </p:nvSpPr>
        <p:spPr>
          <a:xfrm>
            <a:off x="311700" y="1076275"/>
            <a:ext cx="8520600" cy="3416400"/>
          </a:xfrm>
          <a:prstGeom prst="rect">
            <a:avLst/>
          </a:prstGeom>
        </p:spPr>
        <p:txBody>
          <a:bodyPr spcFirstLastPara="1" wrap="square" lIns="91425" tIns="91425" rIns="91425" bIns="91425" anchor="t" anchorCtr="0">
            <a:noAutofit/>
          </a:bodyPr>
          <a:lstStyle>
            <a:lvl1pPr marL="457200" lvl="0" indent="-381000" rtl="0">
              <a:lnSpc>
                <a:spcPct val="115000"/>
              </a:lnSpc>
              <a:spcBef>
                <a:spcPts val="1000"/>
              </a:spcBef>
              <a:spcAft>
                <a:spcPts val="0"/>
              </a:spcAft>
              <a:buSzPts val="2400"/>
              <a:buAutoNum type="arabicPeriod"/>
              <a:defRPr/>
            </a:lvl1pPr>
            <a:lvl2pPr marL="914400" lvl="1" indent="-355600" rtl="0">
              <a:lnSpc>
                <a:spcPct val="115000"/>
              </a:lnSpc>
              <a:spcBef>
                <a:spcPts val="1000"/>
              </a:spcBef>
              <a:spcAft>
                <a:spcPts val="0"/>
              </a:spcAft>
              <a:buSzPts val="2000"/>
              <a:buAutoNum type="alphaLcPeriod"/>
              <a:defRPr sz="2000"/>
            </a:lvl2pPr>
            <a:lvl3pPr marL="1371600" lvl="2" indent="-317500" rtl="0">
              <a:spcBef>
                <a:spcPts val="0"/>
              </a:spcBef>
              <a:spcAft>
                <a:spcPts val="0"/>
              </a:spcAft>
              <a:buSzPts val="1400"/>
              <a:buAutoNum type="romanLcPeriod"/>
              <a:defRPr/>
            </a:lvl3pPr>
            <a:lvl4pPr marL="1828800" lvl="3" indent="-317500" rtl="0">
              <a:spcBef>
                <a:spcPts val="0"/>
              </a:spcBef>
              <a:spcAft>
                <a:spcPts val="0"/>
              </a:spcAft>
              <a:buSzPts val="1400"/>
              <a:buAutoNum type="arabicPeriod"/>
              <a:defRPr/>
            </a:lvl4pPr>
            <a:lvl5pPr marL="2286000" lvl="4" indent="-317500" rtl="0">
              <a:spcBef>
                <a:spcPts val="1600"/>
              </a:spcBef>
              <a:spcAft>
                <a:spcPts val="0"/>
              </a:spcAft>
              <a:buSzPts val="1400"/>
              <a:buAutoNum type="alphaLcPeriod"/>
              <a:defRPr/>
            </a:lvl5pPr>
            <a:lvl6pPr marL="2743200" lvl="5" indent="-317500" rtl="0">
              <a:spcBef>
                <a:spcPts val="1600"/>
              </a:spcBef>
              <a:spcAft>
                <a:spcPts val="0"/>
              </a:spcAft>
              <a:buSzPts val="1400"/>
              <a:buAutoNum type="romanLcPeriod"/>
              <a:defRPr/>
            </a:lvl6pPr>
            <a:lvl7pPr marL="3200400" lvl="6" indent="-317500" rtl="0">
              <a:spcBef>
                <a:spcPts val="1600"/>
              </a:spcBef>
              <a:spcAft>
                <a:spcPts val="0"/>
              </a:spcAft>
              <a:buSzPts val="1400"/>
              <a:buAutoNum type="arabicPeriod"/>
              <a:defRPr/>
            </a:lvl7pPr>
            <a:lvl8pPr marL="3657600" lvl="7" indent="-317500" rtl="0">
              <a:spcBef>
                <a:spcPts val="1600"/>
              </a:spcBef>
              <a:spcAft>
                <a:spcPts val="0"/>
              </a:spcAft>
              <a:buSzPts val="1400"/>
              <a:buAutoNum type="alphaLcPeriod"/>
              <a:defRPr/>
            </a:lvl8pPr>
            <a:lvl9pPr marL="4114800" lvl="8" indent="-317500" rtl="0">
              <a:spcBef>
                <a:spcPts val="1600"/>
              </a:spcBef>
              <a:spcAft>
                <a:spcPts val="1600"/>
              </a:spcAft>
              <a:buSzPts val="1400"/>
              <a:buAutoNum type="romanLcPeriod"/>
              <a:defRPr/>
            </a:lvl9pPr>
          </a:lstStyle>
          <a:p>
            <a:endParaRPr/>
          </a:p>
        </p:txBody>
      </p:sp>
      <p:sp>
        <p:nvSpPr>
          <p:cNvPr id="160" name="Google Shape;160;p30"/>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61"/>
        <p:cNvGrpSpPr/>
        <p:nvPr/>
      </p:nvGrpSpPr>
      <p:grpSpPr>
        <a:xfrm>
          <a:off x="0" y="0"/>
          <a:ext cx="0" cy="0"/>
          <a:chOff x="0" y="0"/>
          <a:chExt cx="0" cy="0"/>
        </a:xfrm>
      </p:grpSpPr>
      <p:sp>
        <p:nvSpPr>
          <p:cNvPr id="162" name="Google Shape;162;p31"/>
          <p:cNvSpPr txBox="1">
            <a:spLocks noGrp="1"/>
          </p:cNvSpPr>
          <p:nvPr>
            <p:ph type="body" idx="1"/>
          </p:nvPr>
        </p:nvSpPr>
        <p:spPr>
          <a:xfrm>
            <a:off x="311700" y="1190295"/>
            <a:ext cx="3999900" cy="3416400"/>
          </a:xfrm>
          <a:prstGeom prst="rect">
            <a:avLst/>
          </a:prstGeom>
        </p:spPr>
        <p:txBody>
          <a:bodyPr spcFirstLastPara="1" wrap="square" lIns="91425" tIns="91425" rIns="91425" bIns="91425" anchor="t" anchorCtr="0">
            <a:noAutofit/>
          </a:bodyPr>
          <a:lstStyle>
            <a:lvl1pPr marL="457200" lvl="0" indent="-381000" rtl="0">
              <a:spcBef>
                <a:spcPts val="0"/>
              </a:spcBef>
              <a:spcAft>
                <a:spcPts val="0"/>
              </a:spcAft>
              <a:buSzPts val="2400"/>
              <a:buChar char="●"/>
              <a:defRPr/>
            </a:lvl1pPr>
            <a:lvl2pPr marL="914400" lvl="1" indent="-342900" rtl="0">
              <a:spcBef>
                <a:spcPts val="0"/>
              </a:spcBef>
              <a:spcAft>
                <a:spcPts val="0"/>
              </a:spcAft>
              <a:buSzPts val="1800"/>
              <a:buChar char="○"/>
              <a:defRPr/>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63" name="Google Shape;163;p31"/>
          <p:cNvSpPr txBox="1">
            <a:spLocks noGrp="1"/>
          </p:cNvSpPr>
          <p:nvPr>
            <p:ph type="body" idx="2"/>
          </p:nvPr>
        </p:nvSpPr>
        <p:spPr>
          <a:xfrm>
            <a:off x="4832400" y="1190295"/>
            <a:ext cx="3999900" cy="3416400"/>
          </a:xfrm>
          <a:prstGeom prst="rect">
            <a:avLst/>
          </a:prstGeom>
        </p:spPr>
        <p:txBody>
          <a:bodyPr spcFirstLastPara="1" wrap="square" lIns="91425" tIns="91425" rIns="91425" bIns="91425" anchor="t" anchorCtr="0">
            <a:noAutofit/>
          </a:bodyPr>
          <a:lstStyle>
            <a:lvl1pPr marL="457200" lvl="0" indent="-381000" rtl="0">
              <a:spcBef>
                <a:spcPts val="0"/>
              </a:spcBef>
              <a:spcAft>
                <a:spcPts val="0"/>
              </a:spcAft>
              <a:buSzPts val="2400"/>
              <a:buChar char="●"/>
              <a:defRPr/>
            </a:lvl1pPr>
            <a:lvl2pPr marL="914400" lvl="1" indent="-342900" rtl="0">
              <a:spcBef>
                <a:spcPts val="0"/>
              </a:spcBef>
              <a:spcAft>
                <a:spcPts val="0"/>
              </a:spcAft>
              <a:buSzPts val="1800"/>
              <a:buChar char="○"/>
              <a:defRPr/>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64" name="Google Shape;164;p31"/>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65" name="Google Shape;165;p31"/>
          <p:cNvSpPr/>
          <p:nvPr/>
        </p:nvSpPr>
        <p:spPr>
          <a:xfrm>
            <a:off x="-11200" y="-37825"/>
            <a:ext cx="9155100" cy="1018500"/>
          </a:xfrm>
          <a:prstGeom prst="rect">
            <a:avLst/>
          </a:prstGeom>
          <a:solidFill>
            <a:srgbClr val="4CAF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31"/>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7"/>
        <p:cNvGrpSpPr/>
        <p:nvPr/>
      </p:nvGrpSpPr>
      <p:grpSpPr>
        <a:xfrm>
          <a:off x="0" y="0"/>
          <a:ext cx="0" cy="0"/>
          <a:chOff x="0" y="0"/>
          <a:chExt cx="0" cy="0"/>
        </a:xfrm>
      </p:grpSpPr>
      <p:sp>
        <p:nvSpPr>
          <p:cNvPr id="168" name="Google Shape;168;p32"/>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69" name="Google Shape;169;p32"/>
          <p:cNvSpPr/>
          <p:nvPr/>
        </p:nvSpPr>
        <p:spPr>
          <a:xfrm>
            <a:off x="-11200" y="-37825"/>
            <a:ext cx="9155100" cy="1018500"/>
          </a:xfrm>
          <a:prstGeom prst="rect">
            <a:avLst/>
          </a:prstGeom>
          <a:solidFill>
            <a:srgbClr val="4CAF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2"/>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71"/>
        <p:cNvGrpSpPr/>
        <p:nvPr/>
      </p:nvGrpSpPr>
      <p:grpSpPr>
        <a:xfrm>
          <a:off x="0" y="0"/>
          <a:ext cx="0" cy="0"/>
          <a:chOff x="0" y="0"/>
          <a:chExt cx="0" cy="0"/>
        </a:xfrm>
      </p:grpSpPr>
      <p:sp>
        <p:nvSpPr>
          <p:cNvPr id="172" name="Google Shape;172;p33"/>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73" name="Google Shape;173;p33"/>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74" name="Google Shape;174;p33"/>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75"/>
        <p:cNvGrpSpPr/>
        <p:nvPr/>
      </p:nvGrpSpPr>
      <p:grpSpPr>
        <a:xfrm>
          <a:off x="0" y="0"/>
          <a:ext cx="0" cy="0"/>
          <a:chOff x="0" y="0"/>
          <a:chExt cx="0" cy="0"/>
        </a:xfrm>
      </p:grpSpPr>
      <p:sp>
        <p:nvSpPr>
          <p:cNvPr id="176" name="Google Shape;176;p34"/>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177" name="Google Shape;177;p34"/>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78"/>
        <p:cNvGrpSpPr/>
        <p:nvPr/>
      </p:nvGrpSpPr>
      <p:grpSpPr>
        <a:xfrm>
          <a:off x="0" y="0"/>
          <a:ext cx="0" cy="0"/>
          <a:chOff x="0" y="0"/>
          <a:chExt cx="0" cy="0"/>
        </a:xfrm>
      </p:grpSpPr>
      <p:sp>
        <p:nvSpPr>
          <p:cNvPr id="179" name="Google Shape;179;p35"/>
          <p:cNvSpPr/>
          <p:nvPr/>
        </p:nvSpPr>
        <p:spPr>
          <a:xfrm>
            <a:off x="4572000" y="-125"/>
            <a:ext cx="4572000" cy="5143500"/>
          </a:xfrm>
          <a:prstGeom prst="rect">
            <a:avLst/>
          </a:prstGeom>
          <a:solidFill>
            <a:srgbClr val="4CAF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35"/>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81" name="Google Shape;181;p35"/>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82" name="Google Shape;182;p35"/>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81000" rtl="0">
              <a:spcBef>
                <a:spcPts val="0"/>
              </a:spcBef>
              <a:spcAft>
                <a:spcPts val="0"/>
              </a:spcAft>
              <a:buSzPts val="2400"/>
              <a:buChar char="●"/>
              <a:defRPr/>
            </a:lvl1pPr>
            <a:lvl2pPr marL="914400" lvl="1" indent="-342900" rtl="0">
              <a:spcBef>
                <a:spcPts val="0"/>
              </a:spcBef>
              <a:spcAft>
                <a:spcPts val="0"/>
              </a:spcAft>
              <a:buSzPts val="18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183" name="Google Shape;183;p35"/>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84"/>
        <p:cNvGrpSpPr/>
        <p:nvPr/>
      </p:nvGrpSpPr>
      <p:grpSpPr>
        <a:xfrm>
          <a:off x="0" y="0"/>
          <a:ext cx="0" cy="0"/>
          <a:chOff x="0" y="0"/>
          <a:chExt cx="0" cy="0"/>
        </a:xfrm>
      </p:grpSpPr>
      <p:sp>
        <p:nvSpPr>
          <p:cNvPr id="185" name="Google Shape;185;p36"/>
          <p:cNvSpPr txBox="1">
            <a:spLocks noGrp="1"/>
          </p:cNvSpPr>
          <p:nvPr>
            <p:ph type="body" idx="1"/>
          </p:nvPr>
        </p:nvSpPr>
        <p:spPr>
          <a:xfrm>
            <a:off x="311700" y="3918598"/>
            <a:ext cx="5998800" cy="6051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2400"/>
              <a:buNone/>
              <a:defRPr/>
            </a:lvl1pPr>
          </a:lstStyle>
          <a:p>
            <a:endParaRPr/>
          </a:p>
        </p:txBody>
      </p:sp>
      <p:sp>
        <p:nvSpPr>
          <p:cNvPr id="186" name="Google Shape;186;p36"/>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87"/>
        <p:cNvGrpSpPr/>
        <p:nvPr/>
      </p:nvGrpSpPr>
      <p:grpSpPr>
        <a:xfrm>
          <a:off x="0" y="0"/>
          <a:ext cx="0" cy="0"/>
          <a:chOff x="0" y="0"/>
          <a:chExt cx="0" cy="0"/>
        </a:xfrm>
      </p:grpSpPr>
      <p:sp>
        <p:nvSpPr>
          <p:cNvPr id="188" name="Google Shape;188;p37"/>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89" name="Google Shape;189;p37"/>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81000" algn="ctr" rtl="0">
              <a:spcBef>
                <a:spcPts val="0"/>
              </a:spcBef>
              <a:spcAft>
                <a:spcPts val="0"/>
              </a:spcAft>
              <a:buSzPts val="2400"/>
              <a:buChar char="●"/>
              <a:defRPr/>
            </a:lvl1pPr>
            <a:lvl2pPr marL="914400" lvl="1" indent="-342900" algn="ctr" rtl="0">
              <a:spcBef>
                <a:spcPts val="0"/>
              </a:spcBef>
              <a:spcAft>
                <a:spcPts val="0"/>
              </a:spcAft>
              <a:buSzPts val="18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190" name="Google Shape;190;p37"/>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1"/>
        <p:cNvGrpSpPr/>
        <p:nvPr/>
      </p:nvGrpSpPr>
      <p:grpSpPr>
        <a:xfrm>
          <a:off x="0" y="0"/>
          <a:ext cx="0" cy="0"/>
          <a:chOff x="0" y="0"/>
          <a:chExt cx="0" cy="0"/>
        </a:xfrm>
      </p:grpSpPr>
      <p:pic>
        <p:nvPicPr>
          <p:cNvPr id="192" name="Google Shape;192;p38" descr="Android-Developer-Cover.jpg"/>
          <p:cNvPicPr preferRelativeResize="0"/>
          <p:nvPr/>
        </p:nvPicPr>
        <p:blipFill>
          <a:blip r:embed="rId2">
            <a:alphaModFix/>
          </a:blip>
          <a:stretch>
            <a:fillRect/>
          </a:stretch>
        </p:blipFill>
        <p:spPr>
          <a:xfrm>
            <a:off x="0" y="0"/>
            <a:ext cx="9144000" cy="5143500"/>
          </a:xfrm>
          <a:prstGeom prst="rect">
            <a:avLst/>
          </a:prstGeom>
          <a:noFill/>
          <a:ln>
            <a:noFill/>
          </a:ln>
        </p:spPr>
      </p:pic>
      <p:sp>
        <p:nvSpPr>
          <p:cNvPr id="193" name="Google Shape;193;p38"/>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94" name="Google Shape;194;p38"/>
          <p:cNvSpPr txBox="1">
            <a:spLocks noGrp="1"/>
          </p:cNvSpPr>
          <p:nvPr>
            <p:ph type="sldNum" idx="2"/>
          </p:nvPr>
        </p:nvSpPr>
        <p:spPr>
          <a:xfrm>
            <a:off x="8548658" y="4739417"/>
            <a:ext cx="548700" cy="393600"/>
          </a:xfrm>
          <a:prstGeom prst="rect">
            <a:avLst/>
          </a:prstGeom>
        </p:spPr>
        <p:txBody>
          <a:bodyPr spcFirstLastPara="1" wrap="square" lIns="91425" tIns="91425" rIns="91425" bIns="91425" anchor="ctr" anchorCtr="0">
            <a:no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95" name="Google Shape;195;p38"/>
          <p:cNvSpPr txBox="1">
            <a:spLocks noGrp="1"/>
          </p:cNvSpPr>
          <p:nvPr>
            <p:ph type="title"/>
          </p:nvPr>
        </p:nvSpPr>
        <p:spPr>
          <a:xfrm>
            <a:off x="265500" y="1928011"/>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AFAFA"/>
              </a:buClr>
              <a:buSzPts val="4200"/>
              <a:buNone/>
              <a:defRPr sz="4200">
                <a:solidFill>
                  <a:srgbClr val="FAFAFA"/>
                </a:solidFill>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96" name="Google Shape;196;p38"/>
          <p:cNvSpPr txBox="1">
            <a:spLocks noGrp="1"/>
          </p:cNvSpPr>
          <p:nvPr>
            <p:ph type="subTitle" idx="1"/>
          </p:nvPr>
        </p:nvSpPr>
        <p:spPr>
          <a:xfrm>
            <a:off x="265500" y="3497911"/>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AFAFA"/>
              </a:buClr>
              <a:buSzPts val="2100"/>
              <a:buNone/>
              <a:defRPr sz="2100">
                <a:solidFill>
                  <a:srgbClr val="FAFAFA"/>
                </a:solidFill>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97" name="Google Shape;197;p38"/>
          <p:cNvSpPr txBox="1">
            <a:spLocks noGrp="1"/>
          </p:cNvSpPr>
          <p:nvPr>
            <p:ph type="subTitle" idx="3"/>
          </p:nvPr>
        </p:nvSpPr>
        <p:spPr>
          <a:xfrm>
            <a:off x="265500" y="564125"/>
            <a:ext cx="4045200" cy="52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600">
                <a:solidFill>
                  <a:srgbClr val="FAFAFA"/>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pic>
        <p:nvPicPr>
          <p:cNvPr id="198" name="Google Shape;198;p38" descr="footer.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199" name="Google Shape;199;p38"/>
          <p:cNvSpPr txBox="1">
            <a:spLocks noGrp="1"/>
          </p:cNvSpPr>
          <p:nvPr>
            <p:ph type="sldNum" idx="4"/>
          </p:nvPr>
        </p:nvSpPr>
        <p:spPr>
          <a:xfrm>
            <a:off x="8548658" y="4739417"/>
            <a:ext cx="548700" cy="393600"/>
          </a:xfrm>
          <a:prstGeom prst="rect">
            <a:avLst/>
          </a:prstGeom>
        </p:spPr>
        <p:txBody>
          <a:bodyPr spcFirstLastPara="1" wrap="square" lIns="91425" tIns="91425" rIns="91425" bIns="91425" anchor="ctr" anchorCtr="0">
            <a:no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200" name="Google Shape;200;p38"/>
          <p:cNvSpPr txBox="1"/>
          <p:nvPr/>
        </p:nvSpPr>
        <p:spPr>
          <a:xfrm>
            <a:off x="2381687" y="4761375"/>
            <a:ext cx="5296800" cy="22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1000" b="1">
                <a:solidFill>
                  <a:srgbClr val="757575"/>
                </a:solidFill>
                <a:latin typeface="Roboto"/>
                <a:ea typeface="Roboto"/>
                <a:cs typeface="Roboto"/>
                <a:sym typeface="Roboto"/>
              </a:rPr>
              <a:t>Android Developer Fundamentals</a:t>
            </a:r>
            <a:endParaRPr sz="1000">
              <a:solidFill>
                <a:srgbClr val="757575"/>
              </a:solidFill>
              <a:latin typeface="Roboto"/>
              <a:ea typeface="Roboto"/>
              <a:cs typeface="Roboto"/>
              <a:sym typeface="Roboto"/>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201"/>
        <p:cNvGrpSpPr/>
        <p:nvPr/>
      </p:nvGrpSpPr>
      <p:grpSpPr>
        <a:xfrm>
          <a:off x="0" y="0"/>
          <a:ext cx="0" cy="0"/>
          <a:chOff x="0" y="0"/>
          <a:chExt cx="0" cy="0"/>
        </a:xfrm>
      </p:grpSpPr>
      <p:sp>
        <p:nvSpPr>
          <p:cNvPr id="202" name="Google Shape;202;p39"/>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https://creativecommons.org/licenses/by/4.0/"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2.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hyperlink" Target="https://creativecommons.org/licenses/by/4.0/" TargetMode="Externa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FFFFF"/>
        </a:solidFill>
        <a:effectLst/>
      </p:bgPr>
    </p:bg>
    <p:spTree>
      <p:nvGrpSpPr>
        <p:cNvPr id="1" name="Shape 5"/>
        <p:cNvGrpSpPr/>
        <p:nvPr/>
      </p:nvGrpSpPr>
      <p:grpSpPr>
        <a:xfrm>
          <a:off x="0" y="0"/>
          <a:ext cx="0" cy="0"/>
          <a:chOff x="0" y="0"/>
          <a:chExt cx="0" cy="0"/>
        </a:xfrm>
      </p:grpSpPr>
      <p:pic>
        <p:nvPicPr>
          <p:cNvPr id="6" name="Google Shape;6;p1" descr="footer.png"/>
          <p:cNvPicPr preferRelativeResize="0"/>
          <p:nvPr/>
        </p:nvPicPr>
        <p:blipFill rotWithShape="1">
          <a:blip r:embed="rId14">
            <a:alphaModFix/>
          </a:blip>
          <a:srcRect/>
          <a:stretch/>
        </p:blipFill>
        <p:spPr>
          <a:xfrm>
            <a:off x="0" y="0"/>
            <a:ext cx="9144000" cy="5143500"/>
          </a:xfrm>
          <a:prstGeom prst="rect">
            <a:avLst/>
          </a:prstGeom>
          <a:noFill/>
          <a:ln>
            <a:noFill/>
          </a:ln>
        </p:spPr>
      </p:pic>
      <p:sp>
        <p:nvSpPr>
          <p:cNvPr id="7" name="Google Shape;7;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4CAF50"/>
              </a:buClr>
              <a:buSzPts val="3600"/>
              <a:buFont typeface="Roboto"/>
              <a:buNone/>
              <a:defRPr sz="3600" b="1">
                <a:solidFill>
                  <a:srgbClr val="4CAF50"/>
                </a:solidFill>
                <a:latin typeface="Roboto"/>
                <a:ea typeface="Roboto"/>
                <a:cs typeface="Roboto"/>
                <a:sym typeface="Roboto"/>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8" name="Google Shape;8;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81000">
              <a:lnSpc>
                <a:spcPct val="150000"/>
              </a:lnSpc>
              <a:spcBef>
                <a:spcPts val="0"/>
              </a:spcBef>
              <a:spcAft>
                <a:spcPts val="0"/>
              </a:spcAft>
              <a:buSzPts val="2400"/>
              <a:buFont typeface="Roboto"/>
              <a:buChar char="●"/>
              <a:defRPr sz="2400">
                <a:latin typeface="Roboto"/>
                <a:ea typeface="Roboto"/>
                <a:cs typeface="Roboto"/>
                <a:sym typeface="Roboto"/>
              </a:defRPr>
            </a:lvl1pPr>
            <a:lvl2pPr marL="914400" lvl="1" indent="-342900">
              <a:lnSpc>
                <a:spcPct val="150000"/>
              </a:lnSpc>
              <a:spcBef>
                <a:spcPts val="0"/>
              </a:spcBef>
              <a:spcAft>
                <a:spcPts val="0"/>
              </a:spcAft>
              <a:buSzPts val="1800"/>
              <a:buFont typeface="Roboto"/>
              <a:buChar char="○"/>
              <a:defRPr sz="1800">
                <a:latin typeface="Roboto"/>
                <a:ea typeface="Roboto"/>
                <a:cs typeface="Roboto"/>
                <a:sym typeface="Roboto"/>
              </a:defRPr>
            </a:lvl2pPr>
            <a:lvl3pPr marL="1371600" lvl="2" indent="-317500">
              <a:lnSpc>
                <a:spcPct val="150000"/>
              </a:lnSpc>
              <a:spcBef>
                <a:spcPts val="0"/>
              </a:spcBef>
              <a:spcAft>
                <a:spcPts val="0"/>
              </a:spcAft>
              <a:buSzPts val="1400"/>
              <a:buFont typeface="Roboto"/>
              <a:buChar char="■"/>
              <a:defRPr>
                <a:latin typeface="Roboto"/>
                <a:ea typeface="Roboto"/>
                <a:cs typeface="Roboto"/>
                <a:sym typeface="Roboto"/>
              </a:defRPr>
            </a:lvl3pPr>
            <a:lvl4pPr marL="1828800" lvl="3" indent="-317500">
              <a:lnSpc>
                <a:spcPct val="115000"/>
              </a:lnSpc>
              <a:spcBef>
                <a:spcPts val="0"/>
              </a:spcBef>
              <a:spcAft>
                <a:spcPts val="0"/>
              </a:spcAft>
              <a:buSzPts val="1400"/>
              <a:buFont typeface="Roboto"/>
              <a:buChar char="●"/>
              <a:defRPr>
                <a:latin typeface="Roboto"/>
                <a:ea typeface="Roboto"/>
                <a:cs typeface="Roboto"/>
                <a:sym typeface="Roboto"/>
              </a:defRPr>
            </a:lvl4pPr>
            <a:lvl5pPr marL="2286000" lvl="4" indent="-317500">
              <a:lnSpc>
                <a:spcPct val="115000"/>
              </a:lnSpc>
              <a:spcBef>
                <a:spcPts val="1600"/>
              </a:spcBef>
              <a:spcAft>
                <a:spcPts val="0"/>
              </a:spcAft>
              <a:buSzPts val="1400"/>
              <a:buFont typeface="Roboto"/>
              <a:buChar char="○"/>
              <a:defRPr>
                <a:latin typeface="Roboto"/>
                <a:ea typeface="Roboto"/>
                <a:cs typeface="Roboto"/>
                <a:sym typeface="Roboto"/>
              </a:defRPr>
            </a:lvl5pPr>
            <a:lvl6pPr marL="2743200" lvl="5" indent="-317500">
              <a:lnSpc>
                <a:spcPct val="115000"/>
              </a:lnSpc>
              <a:spcBef>
                <a:spcPts val="1600"/>
              </a:spcBef>
              <a:spcAft>
                <a:spcPts val="0"/>
              </a:spcAft>
              <a:buSzPts val="1400"/>
              <a:buFont typeface="Roboto"/>
              <a:buChar char="■"/>
              <a:defRPr>
                <a:latin typeface="Roboto"/>
                <a:ea typeface="Roboto"/>
                <a:cs typeface="Roboto"/>
                <a:sym typeface="Roboto"/>
              </a:defRPr>
            </a:lvl6pPr>
            <a:lvl7pPr marL="3200400" lvl="6" indent="-317500">
              <a:lnSpc>
                <a:spcPct val="115000"/>
              </a:lnSpc>
              <a:spcBef>
                <a:spcPts val="1600"/>
              </a:spcBef>
              <a:spcAft>
                <a:spcPts val="0"/>
              </a:spcAft>
              <a:buSzPts val="1400"/>
              <a:buFont typeface="Roboto"/>
              <a:buChar char="●"/>
              <a:defRPr>
                <a:latin typeface="Roboto"/>
                <a:ea typeface="Roboto"/>
                <a:cs typeface="Roboto"/>
                <a:sym typeface="Roboto"/>
              </a:defRPr>
            </a:lvl7pPr>
            <a:lvl8pPr marL="3657600" lvl="7" indent="-317500">
              <a:lnSpc>
                <a:spcPct val="115000"/>
              </a:lnSpc>
              <a:spcBef>
                <a:spcPts val="1600"/>
              </a:spcBef>
              <a:spcAft>
                <a:spcPts val="0"/>
              </a:spcAft>
              <a:buSzPts val="1400"/>
              <a:buFont typeface="Roboto"/>
              <a:buChar char="○"/>
              <a:defRPr>
                <a:latin typeface="Roboto"/>
                <a:ea typeface="Roboto"/>
                <a:cs typeface="Roboto"/>
                <a:sym typeface="Roboto"/>
              </a:defRPr>
            </a:lvl8pPr>
            <a:lvl9pPr marL="4114800" lvl="8" indent="-317500">
              <a:lnSpc>
                <a:spcPct val="115000"/>
              </a:lnSpc>
              <a:spcBef>
                <a:spcPts val="1600"/>
              </a:spcBef>
              <a:spcAft>
                <a:spcPts val="1600"/>
              </a:spcAft>
              <a:buSzPts val="1400"/>
              <a:buFont typeface="Roboto"/>
              <a:buChar char="■"/>
              <a:defRPr>
                <a:latin typeface="Roboto"/>
                <a:ea typeface="Roboto"/>
                <a:cs typeface="Roboto"/>
                <a:sym typeface="Roboto"/>
              </a:defRPr>
            </a:lvl9pPr>
          </a:lstStyle>
          <a:p>
            <a:endParaRPr/>
          </a:p>
        </p:txBody>
      </p:sp>
      <p:sp>
        <p:nvSpPr>
          <p:cNvPr id="9" name="Google Shape;9;p1"/>
          <p:cNvSpPr txBox="1">
            <a:spLocks noGrp="1"/>
          </p:cNvSpPr>
          <p:nvPr>
            <p:ph type="sldNum" idx="12"/>
          </p:nvPr>
        </p:nvSpPr>
        <p:spPr>
          <a:xfrm>
            <a:off x="8548658" y="47394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0" name="Google Shape;10;p1"/>
          <p:cNvSpPr txBox="1"/>
          <p:nvPr/>
        </p:nvSpPr>
        <p:spPr>
          <a:xfrm>
            <a:off x="9303675" y="2108450"/>
            <a:ext cx="5446200" cy="63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 name="Google Shape;11;p1"/>
          <p:cNvSpPr txBox="1"/>
          <p:nvPr/>
        </p:nvSpPr>
        <p:spPr>
          <a:xfrm>
            <a:off x="2229275" y="4761375"/>
            <a:ext cx="2284500" cy="22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1000" b="1">
                <a:solidFill>
                  <a:srgbClr val="757575"/>
                </a:solidFill>
                <a:latin typeface="Roboto"/>
                <a:ea typeface="Roboto"/>
                <a:cs typeface="Roboto"/>
                <a:sym typeface="Roboto"/>
              </a:rPr>
              <a:t>Android Developer Fundamentals V2</a:t>
            </a:r>
            <a:endParaRPr sz="1000">
              <a:solidFill>
                <a:srgbClr val="757575"/>
              </a:solidFill>
              <a:latin typeface="Roboto"/>
              <a:ea typeface="Roboto"/>
              <a:cs typeface="Roboto"/>
              <a:sym typeface="Roboto"/>
            </a:endParaRPr>
          </a:p>
        </p:txBody>
      </p:sp>
      <p:sp>
        <p:nvSpPr>
          <p:cNvPr id="12" name="Google Shape;12;p1"/>
          <p:cNvSpPr txBox="1"/>
          <p:nvPr/>
        </p:nvSpPr>
        <p:spPr>
          <a:xfrm>
            <a:off x="5694725" y="4626375"/>
            <a:ext cx="2158500" cy="51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900" i="1">
                <a:solidFill>
                  <a:srgbClr val="666666"/>
                </a:solidFill>
                <a:latin typeface="Open Sans"/>
                <a:ea typeface="Open Sans"/>
                <a:cs typeface="Open Sans"/>
                <a:sym typeface="Open Sans"/>
              </a:rPr>
              <a:t>This work is licensed under a </a:t>
            </a:r>
            <a:r>
              <a:rPr lang="en" sz="900" i="1" u="sng">
                <a:solidFill>
                  <a:srgbClr val="666666"/>
                </a:solidFill>
                <a:latin typeface="Open Sans"/>
                <a:ea typeface="Open Sans"/>
                <a:cs typeface="Open Sans"/>
                <a:sym typeface="Open Sans"/>
                <a:hlinkClick r:id="rId15">
                  <a:extLst>
                    <a:ext uri="{A12FA001-AC4F-418D-AE19-62706E023703}">
                      <ahyp:hlinkClr xmlns:ahyp="http://schemas.microsoft.com/office/drawing/2018/hyperlinkcolor" val="tx"/>
                    </a:ext>
                  </a:extLst>
                </a:hlinkClick>
              </a:rPr>
              <a:t>Creative Commons Attribution 4.0 International License</a:t>
            </a:r>
            <a:r>
              <a:rPr lang="en" sz="900" i="1">
                <a:solidFill>
                  <a:srgbClr val="666666"/>
                </a:solidFill>
                <a:latin typeface="Open Sans"/>
                <a:ea typeface="Open Sans"/>
                <a:cs typeface="Open Sans"/>
                <a:sym typeface="Open Sans"/>
              </a:rPr>
              <a:t>.</a:t>
            </a:r>
            <a:endParaRPr sz="900" i="1">
              <a:solidFill>
                <a:srgbClr val="666666"/>
              </a:solidFill>
              <a:latin typeface="Roboto"/>
              <a:ea typeface="Roboto"/>
              <a:cs typeface="Roboto"/>
              <a:sym typeface="Roboto"/>
            </a:endParaRPr>
          </a:p>
          <a:p>
            <a:pPr marL="0" lvl="0" indent="0" algn="l" rtl="0">
              <a:spcBef>
                <a:spcPts val="0"/>
              </a:spcBef>
              <a:spcAft>
                <a:spcPts val="0"/>
              </a:spcAft>
              <a:buNone/>
            </a:pPr>
            <a:endParaRPr sz="900" i="1">
              <a:solidFill>
                <a:srgbClr val="666666"/>
              </a:solidFill>
              <a:latin typeface="Roboto"/>
              <a:ea typeface="Roboto"/>
              <a:cs typeface="Roboto"/>
              <a:sym typeface="Roboto"/>
            </a:endParaRPr>
          </a:p>
        </p:txBody>
      </p:sp>
      <p:sp>
        <p:nvSpPr>
          <p:cNvPr id="13" name="Google Shape;13;p1"/>
          <p:cNvSpPr txBox="1"/>
          <p:nvPr/>
        </p:nvSpPr>
        <p:spPr>
          <a:xfrm>
            <a:off x="4407225" y="4663650"/>
            <a:ext cx="1287600" cy="46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sz="1000" b="1">
                <a:solidFill>
                  <a:srgbClr val="757575"/>
                </a:solidFill>
                <a:latin typeface="Roboto"/>
                <a:ea typeface="Roboto"/>
                <a:cs typeface="Roboto"/>
                <a:sym typeface="Roboto"/>
              </a:rPr>
              <a:t>Buttons and clickable images</a:t>
            </a:r>
            <a:endParaRPr sz="1000">
              <a:solidFill>
                <a:srgbClr val="757575"/>
              </a:solidFill>
              <a:latin typeface="Roboto"/>
              <a:ea typeface="Roboto"/>
              <a:cs typeface="Roboto"/>
              <a:sym typeface="Roboto"/>
            </a:endParaRPr>
          </a:p>
        </p:txBody>
      </p:sp>
      <p:pic>
        <p:nvPicPr>
          <p:cNvPr id="14" name="Google Shape;14;p1"/>
          <p:cNvPicPr preferRelativeResize="0"/>
          <p:nvPr/>
        </p:nvPicPr>
        <p:blipFill>
          <a:blip r:embed="rId16">
            <a:alphaModFix/>
          </a:blip>
          <a:stretch>
            <a:fillRect/>
          </a:stretch>
        </p:blipFill>
        <p:spPr>
          <a:xfrm>
            <a:off x="7853225" y="4788588"/>
            <a:ext cx="838200" cy="29527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FFFFFF"/>
        </a:solidFill>
        <a:effectLst/>
      </p:bgPr>
    </p:bg>
    <p:spTree>
      <p:nvGrpSpPr>
        <p:cNvPr id="1" name="Shape 76"/>
        <p:cNvGrpSpPr/>
        <p:nvPr/>
      </p:nvGrpSpPr>
      <p:grpSpPr>
        <a:xfrm>
          <a:off x="0" y="0"/>
          <a:ext cx="0" cy="0"/>
          <a:chOff x="0" y="0"/>
          <a:chExt cx="0" cy="0"/>
        </a:xfrm>
      </p:grpSpPr>
      <p:pic>
        <p:nvPicPr>
          <p:cNvPr id="77" name="Google Shape;77;p14" descr="footer.png"/>
          <p:cNvPicPr preferRelativeResize="0"/>
          <p:nvPr/>
        </p:nvPicPr>
        <p:blipFill rotWithShape="1">
          <a:blip r:embed="rId14">
            <a:alphaModFix/>
          </a:blip>
          <a:srcRect/>
          <a:stretch/>
        </p:blipFill>
        <p:spPr>
          <a:xfrm>
            <a:off x="0" y="0"/>
            <a:ext cx="9144000" cy="5143500"/>
          </a:xfrm>
          <a:prstGeom prst="rect">
            <a:avLst/>
          </a:prstGeom>
          <a:noFill/>
          <a:ln>
            <a:noFill/>
          </a:ln>
        </p:spPr>
      </p:pic>
      <p:sp>
        <p:nvSpPr>
          <p:cNvPr id="78" name="Google Shape;78;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4CAF50"/>
              </a:buClr>
              <a:buSzPts val="3600"/>
              <a:buFont typeface="Roboto"/>
              <a:buNone/>
              <a:defRPr sz="3600" b="1">
                <a:solidFill>
                  <a:srgbClr val="4CAF50"/>
                </a:solidFill>
                <a:latin typeface="Roboto"/>
                <a:ea typeface="Roboto"/>
                <a:cs typeface="Roboto"/>
                <a:sym typeface="Roboto"/>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9" name="Google Shape;79;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81000" rtl="0">
              <a:lnSpc>
                <a:spcPct val="150000"/>
              </a:lnSpc>
              <a:spcBef>
                <a:spcPts val="0"/>
              </a:spcBef>
              <a:spcAft>
                <a:spcPts val="0"/>
              </a:spcAft>
              <a:buSzPts val="2400"/>
              <a:buFont typeface="Roboto"/>
              <a:buChar char="●"/>
              <a:defRPr sz="2400">
                <a:latin typeface="Roboto"/>
                <a:ea typeface="Roboto"/>
                <a:cs typeface="Roboto"/>
                <a:sym typeface="Roboto"/>
              </a:defRPr>
            </a:lvl1pPr>
            <a:lvl2pPr marL="914400" lvl="1" indent="-342900" rtl="0">
              <a:lnSpc>
                <a:spcPct val="150000"/>
              </a:lnSpc>
              <a:spcBef>
                <a:spcPts val="0"/>
              </a:spcBef>
              <a:spcAft>
                <a:spcPts val="0"/>
              </a:spcAft>
              <a:buSzPts val="1800"/>
              <a:buFont typeface="Roboto"/>
              <a:buChar char="○"/>
              <a:defRPr sz="1800">
                <a:latin typeface="Roboto"/>
                <a:ea typeface="Roboto"/>
                <a:cs typeface="Roboto"/>
                <a:sym typeface="Roboto"/>
              </a:defRPr>
            </a:lvl2pPr>
            <a:lvl3pPr marL="1371600" lvl="2" indent="-317500" rtl="0">
              <a:lnSpc>
                <a:spcPct val="150000"/>
              </a:lnSpc>
              <a:spcBef>
                <a:spcPts val="0"/>
              </a:spcBef>
              <a:spcAft>
                <a:spcPts val="0"/>
              </a:spcAft>
              <a:buSzPts val="1400"/>
              <a:buFont typeface="Roboto"/>
              <a:buChar char="■"/>
              <a:defRPr>
                <a:latin typeface="Roboto"/>
                <a:ea typeface="Roboto"/>
                <a:cs typeface="Roboto"/>
                <a:sym typeface="Roboto"/>
              </a:defRPr>
            </a:lvl3pPr>
            <a:lvl4pPr marL="1828800" lvl="3" indent="-317500" rtl="0">
              <a:lnSpc>
                <a:spcPct val="115000"/>
              </a:lnSpc>
              <a:spcBef>
                <a:spcPts val="0"/>
              </a:spcBef>
              <a:spcAft>
                <a:spcPts val="0"/>
              </a:spcAft>
              <a:buSzPts val="1400"/>
              <a:buFont typeface="Roboto"/>
              <a:buChar char="●"/>
              <a:defRPr>
                <a:latin typeface="Roboto"/>
                <a:ea typeface="Roboto"/>
                <a:cs typeface="Roboto"/>
                <a:sym typeface="Roboto"/>
              </a:defRPr>
            </a:lvl4pPr>
            <a:lvl5pPr marL="2286000" lvl="4" indent="-317500" rtl="0">
              <a:lnSpc>
                <a:spcPct val="115000"/>
              </a:lnSpc>
              <a:spcBef>
                <a:spcPts val="1600"/>
              </a:spcBef>
              <a:spcAft>
                <a:spcPts val="0"/>
              </a:spcAft>
              <a:buSzPts val="1400"/>
              <a:buFont typeface="Roboto"/>
              <a:buChar char="○"/>
              <a:defRPr>
                <a:latin typeface="Roboto"/>
                <a:ea typeface="Roboto"/>
                <a:cs typeface="Roboto"/>
                <a:sym typeface="Roboto"/>
              </a:defRPr>
            </a:lvl5pPr>
            <a:lvl6pPr marL="2743200" lvl="5" indent="-317500" rtl="0">
              <a:lnSpc>
                <a:spcPct val="115000"/>
              </a:lnSpc>
              <a:spcBef>
                <a:spcPts val="1600"/>
              </a:spcBef>
              <a:spcAft>
                <a:spcPts val="0"/>
              </a:spcAft>
              <a:buSzPts val="1400"/>
              <a:buFont typeface="Roboto"/>
              <a:buChar char="■"/>
              <a:defRPr>
                <a:latin typeface="Roboto"/>
                <a:ea typeface="Roboto"/>
                <a:cs typeface="Roboto"/>
                <a:sym typeface="Roboto"/>
              </a:defRPr>
            </a:lvl6pPr>
            <a:lvl7pPr marL="3200400" lvl="6" indent="-317500" rtl="0">
              <a:lnSpc>
                <a:spcPct val="115000"/>
              </a:lnSpc>
              <a:spcBef>
                <a:spcPts val="1600"/>
              </a:spcBef>
              <a:spcAft>
                <a:spcPts val="0"/>
              </a:spcAft>
              <a:buSzPts val="1400"/>
              <a:buFont typeface="Roboto"/>
              <a:buChar char="●"/>
              <a:defRPr>
                <a:latin typeface="Roboto"/>
                <a:ea typeface="Roboto"/>
                <a:cs typeface="Roboto"/>
                <a:sym typeface="Roboto"/>
              </a:defRPr>
            </a:lvl7pPr>
            <a:lvl8pPr marL="3657600" lvl="7" indent="-317500" rtl="0">
              <a:lnSpc>
                <a:spcPct val="115000"/>
              </a:lnSpc>
              <a:spcBef>
                <a:spcPts val="1600"/>
              </a:spcBef>
              <a:spcAft>
                <a:spcPts val="0"/>
              </a:spcAft>
              <a:buSzPts val="1400"/>
              <a:buFont typeface="Roboto"/>
              <a:buChar char="○"/>
              <a:defRPr>
                <a:latin typeface="Roboto"/>
                <a:ea typeface="Roboto"/>
                <a:cs typeface="Roboto"/>
                <a:sym typeface="Roboto"/>
              </a:defRPr>
            </a:lvl8pPr>
            <a:lvl9pPr marL="4114800" lvl="8" indent="-317500" rtl="0">
              <a:lnSpc>
                <a:spcPct val="115000"/>
              </a:lnSpc>
              <a:spcBef>
                <a:spcPts val="1600"/>
              </a:spcBef>
              <a:spcAft>
                <a:spcPts val="1600"/>
              </a:spcAft>
              <a:buSzPts val="1400"/>
              <a:buFont typeface="Roboto"/>
              <a:buChar char="■"/>
              <a:defRPr>
                <a:latin typeface="Roboto"/>
                <a:ea typeface="Roboto"/>
                <a:cs typeface="Roboto"/>
                <a:sym typeface="Roboto"/>
              </a:defRPr>
            </a:lvl9pPr>
          </a:lstStyle>
          <a:p>
            <a:endParaRPr/>
          </a:p>
        </p:txBody>
      </p:sp>
      <p:sp>
        <p:nvSpPr>
          <p:cNvPr id="80" name="Google Shape;80;p14"/>
          <p:cNvSpPr txBox="1">
            <a:spLocks noGrp="1"/>
          </p:cNvSpPr>
          <p:nvPr>
            <p:ph type="sldNum" idx="12"/>
          </p:nvPr>
        </p:nvSpPr>
        <p:spPr>
          <a:xfrm>
            <a:off x="8624858" y="47394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81" name="Google Shape;81;p14"/>
          <p:cNvSpPr txBox="1"/>
          <p:nvPr/>
        </p:nvSpPr>
        <p:spPr>
          <a:xfrm>
            <a:off x="9303675" y="2108450"/>
            <a:ext cx="5446200" cy="63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4"/>
          <p:cNvSpPr txBox="1"/>
          <p:nvPr/>
        </p:nvSpPr>
        <p:spPr>
          <a:xfrm>
            <a:off x="2229275" y="4761375"/>
            <a:ext cx="2310900" cy="25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1000" b="1">
                <a:solidFill>
                  <a:srgbClr val="757575"/>
                </a:solidFill>
                <a:latin typeface="Roboto"/>
                <a:ea typeface="Roboto"/>
                <a:cs typeface="Roboto"/>
                <a:sym typeface="Roboto"/>
              </a:rPr>
              <a:t>Android Developer Fundamentals V2  </a:t>
            </a:r>
            <a:endParaRPr sz="1000">
              <a:solidFill>
                <a:srgbClr val="757575"/>
              </a:solidFill>
              <a:latin typeface="Roboto"/>
              <a:ea typeface="Roboto"/>
              <a:cs typeface="Roboto"/>
              <a:sym typeface="Roboto"/>
            </a:endParaRPr>
          </a:p>
        </p:txBody>
      </p:sp>
      <p:sp>
        <p:nvSpPr>
          <p:cNvPr id="83" name="Google Shape;83;p14"/>
          <p:cNvSpPr txBox="1"/>
          <p:nvPr/>
        </p:nvSpPr>
        <p:spPr>
          <a:xfrm>
            <a:off x="5610875" y="4618725"/>
            <a:ext cx="2158500" cy="51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900" i="1">
                <a:solidFill>
                  <a:srgbClr val="666666"/>
                </a:solidFill>
                <a:latin typeface="Open Sans"/>
                <a:ea typeface="Open Sans"/>
                <a:cs typeface="Open Sans"/>
                <a:sym typeface="Open Sans"/>
              </a:rPr>
              <a:t>This work is licensed under a </a:t>
            </a:r>
            <a:r>
              <a:rPr lang="en" sz="900" i="1" u="sng">
                <a:solidFill>
                  <a:srgbClr val="666666"/>
                </a:solidFill>
                <a:latin typeface="Open Sans"/>
                <a:ea typeface="Open Sans"/>
                <a:cs typeface="Open Sans"/>
                <a:sym typeface="Open Sans"/>
                <a:hlinkClick r:id="rId15">
                  <a:extLst>
                    <a:ext uri="{A12FA001-AC4F-418D-AE19-62706E023703}">
                      <ahyp:hlinkClr xmlns:ahyp="http://schemas.microsoft.com/office/drawing/2018/hyperlinkcolor" val="tx"/>
                    </a:ext>
                  </a:extLst>
                </a:hlinkClick>
              </a:rPr>
              <a:t>Creative Commons Attribution 4.0 International License</a:t>
            </a:r>
            <a:r>
              <a:rPr lang="en" sz="900" i="1">
                <a:solidFill>
                  <a:srgbClr val="666666"/>
                </a:solidFill>
                <a:latin typeface="Open Sans"/>
                <a:ea typeface="Open Sans"/>
                <a:cs typeface="Open Sans"/>
                <a:sym typeface="Open Sans"/>
              </a:rPr>
              <a:t>.</a:t>
            </a:r>
            <a:endParaRPr sz="900" i="1">
              <a:solidFill>
                <a:srgbClr val="666666"/>
              </a:solidFill>
              <a:latin typeface="Roboto"/>
              <a:ea typeface="Roboto"/>
              <a:cs typeface="Roboto"/>
              <a:sym typeface="Roboto"/>
            </a:endParaRPr>
          </a:p>
          <a:p>
            <a:pPr marL="0" lvl="0" indent="0" algn="l" rtl="0">
              <a:spcBef>
                <a:spcPts val="0"/>
              </a:spcBef>
              <a:spcAft>
                <a:spcPts val="0"/>
              </a:spcAft>
              <a:buNone/>
            </a:pPr>
            <a:endParaRPr sz="900" i="1">
              <a:solidFill>
                <a:srgbClr val="666666"/>
              </a:solidFill>
              <a:latin typeface="Roboto"/>
              <a:ea typeface="Roboto"/>
              <a:cs typeface="Roboto"/>
              <a:sym typeface="Roboto"/>
            </a:endParaRPr>
          </a:p>
        </p:txBody>
      </p:sp>
      <p:sp>
        <p:nvSpPr>
          <p:cNvPr id="84" name="Google Shape;84;p14"/>
          <p:cNvSpPr txBox="1"/>
          <p:nvPr/>
        </p:nvSpPr>
        <p:spPr>
          <a:xfrm>
            <a:off x="4407225" y="4663650"/>
            <a:ext cx="1287600" cy="46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sz="1000" b="1">
                <a:solidFill>
                  <a:srgbClr val="757575"/>
                </a:solidFill>
                <a:latin typeface="Roboto"/>
                <a:ea typeface="Roboto"/>
                <a:cs typeface="Roboto"/>
                <a:sym typeface="Roboto"/>
              </a:rPr>
              <a:t>Buttons and clickable images</a:t>
            </a:r>
            <a:endParaRPr sz="1000">
              <a:solidFill>
                <a:srgbClr val="757575"/>
              </a:solidFill>
              <a:latin typeface="Roboto"/>
              <a:ea typeface="Roboto"/>
              <a:cs typeface="Roboto"/>
              <a:sym typeface="Roboto"/>
            </a:endParaRPr>
          </a:p>
        </p:txBody>
      </p:sp>
      <p:pic>
        <p:nvPicPr>
          <p:cNvPr id="85" name="Google Shape;85;p14"/>
          <p:cNvPicPr preferRelativeResize="0"/>
          <p:nvPr/>
        </p:nvPicPr>
        <p:blipFill>
          <a:blip r:embed="rId16">
            <a:alphaModFix/>
          </a:blip>
          <a:stretch>
            <a:fillRect/>
          </a:stretch>
        </p:blipFill>
        <p:spPr>
          <a:xfrm>
            <a:off x="7853225" y="4788588"/>
            <a:ext cx="838200" cy="29527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rgbClr val="FFFFFF"/>
        </a:solidFill>
        <a:effectLst/>
      </p:bgPr>
    </p:bg>
    <p:spTree>
      <p:nvGrpSpPr>
        <p:cNvPr id="1" name="Shape 142"/>
        <p:cNvGrpSpPr/>
        <p:nvPr/>
      </p:nvGrpSpPr>
      <p:grpSpPr>
        <a:xfrm>
          <a:off x="0" y="0"/>
          <a:ext cx="0" cy="0"/>
          <a:chOff x="0" y="0"/>
          <a:chExt cx="0" cy="0"/>
        </a:xfrm>
      </p:grpSpPr>
      <p:pic>
        <p:nvPicPr>
          <p:cNvPr id="143" name="Google Shape;143;p27" descr="footer.png"/>
          <p:cNvPicPr preferRelativeResize="0"/>
          <p:nvPr/>
        </p:nvPicPr>
        <p:blipFill rotWithShape="1">
          <a:blip r:embed="rId14">
            <a:alphaModFix/>
          </a:blip>
          <a:srcRect/>
          <a:stretch/>
        </p:blipFill>
        <p:spPr>
          <a:xfrm>
            <a:off x="0" y="0"/>
            <a:ext cx="9144000" cy="5143500"/>
          </a:xfrm>
          <a:prstGeom prst="rect">
            <a:avLst/>
          </a:prstGeom>
          <a:noFill/>
          <a:ln>
            <a:noFill/>
          </a:ln>
        </p:spPr>
      </p:pic>
      <p:sp>
        <p:nvSpPr>
          <p:cNvPr id="144" name="Google Shape;144;p2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4CAF50"/>
              </a:buClr>
              <a:buSzPts val="3600"/>
              <a:buFont typeface="Roboto"/>
              <a:buNone/>
              <a:defRPr sz="3600" b="1">
                <a:solidFill>
                  <a:srgbClr val="4CAF50"/>
                </a:solidFill>
                <a:latin typeface="Roboto"/>
                <a:ea typeface="Roboto"/>
                <a:cs typeface="Roboto"/>
                <a:sym typeface="Roboto"/>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145" name="Google Shape;145;p2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81000" rtl="0">
              <a:lnSpc>
                <a:spcPct val="150000"/>
              </a:lnSpc>
              <a:spcBef>
                <a:spcPts val="0"/>
              </a:spcBef>
              <a:spcAft>
                <a:spcPts val="0"/>
              </a:spcAft>
              <a:buSzPts val="2400"/>
              <a:buFont typeface="Roboto"/>
              <a:buChar char="●"/>
              <a:defRPr sz="2400">
                <a:latin typeface="Roboto"/>
                <a:ea typeface="Roboto"/>
                <a:cs typeface="Roboto"/>
                <a:sym typeface="Roboto"/>
              </a:defRPr>
            </a:lvl1pPr>
            <a:lvl2pPr marL="914400" lvl="1" indent="-342900" rtl="0">
              <a:lnSpc>
                <a:spcPct val="150000"/>
              </a:lnSpc>
              <a:spcBef>
                <a:spcPts val="0"/>
              </a:spcBef>
              <a:spcAft>
                <a:spcPts val="0"/>
              </a:spcAft>
              <a:buSzPts val="1800"/>
              <a:buFont typeface="Roboto"/>
              <a:buChar char="○"/>
              <a:defRPr sz="1800">
                <a:latin typeface="Roboto"/>
                <a:ea typeface="Roboto"/>
                <a:cs typeface="Roboto"/>
                <a:sym typeface="Roboto"/>
              </a:defRPr>
            </a:lvl2pPr>
            <a:lvl3pPr marL="1371600" lvl="2" indent="-317500" rtl="0">
              <a:lnSpc>
                <a:spcPct val="150000"/>
              </a:lnSpc>
              <a:spcBef>
                <a:spcPts val="0"/>
              </a:spcBef>
              <a:spcAft>
                <a:spcPts val="0"/>
              </a:spcAft>
              <a:buSzPts val="1400"/>
              <a:buFont typeface="Roboto"/>
              <a:buChar char="■"/>
              <a:defRPr>
                <a:latin typeface="Roboto"/>
                <a:ea typeface="Roboto"/>
                <a:cs typeface="Roboto"/>
                <a:sym typeface="Roboto"/>
              </a:defRPr>
            </a:lvl3pPr>
            <a:lvl4pPr marL="1828800" lvl="3" indent="-317500" rtl="0">
              <a:lnSpc>
                <a:spcPct val="115000"/>
              </a:lnSpc>
              <a:spcBef>
                <a:spcPts val="0"/>
              </a:spcBef>
              <a:spcAft>
                <a:spcPts val="0"/>
              </a:spcAft>
              <a:buSzPts val="1400"/>
              <a:buFont typeface="Roboto"/>
              <a:buChar char="●"/>
              <a:defRPr>
                <a:latin typeface="Roboto"/>
                <a:ea typeface="Roboto"/>
                <a:cs typeface="Roboto"/>
                <a:sym typeface="Roboto"/>
              </a:defRPr>
            </a:lvl4pPr>
            <a:lvl5pPr marL="2286000" lvl="4" indent="-317500" rtl="0">
              <a:lnSpc>
                <a:spcPct val="115000"/>
              </a:lnSpc>
              <a:spcBef>
                <a:spcPts val="1600"/>
              </a:spcBef>
              <a:spcAft>
                <a:spcPts val="0"/>
              </a:spcAft>
              <a:buSzPts val="1400"/>
              <a:buFont typeface="Roboto"/>
              <a:buChar char="○"/>
              <a:defRPr>
                <a:latin typeface="Roboto"/>
                <a:ea typeface="Roboto"/>
                <a:cs typeface="Roboto"/>
                <a:sym typeface="Roboto"/>
              </a:defRPr>
            </a:lvl5pPr>
            <a:lvl6pPr marL="2743200" lvl="5" indent="-317500" rtl="0">
              <a:lnSpc>
                <a:spcPct val="115000"/>
              </a:lnSpc>
              <a:spcBef>
                <a:spcPts val="1600"/>
              </a:spcBef>
              <a:spcAft>
                <a:spcPts val="0"/>
              </a:spcAft>
              <a:buSzPts val="1400"/>
              <a:buFont typeface="Roboto"/>
              <a:buChar char="■"/>
              <a:defRPr>
                <a:latin typeface="Roboto"/>
                <a:ea typeface="Roboto"/>
                <a:cs typeface="Roboto"/>
                <a:sym typeface="Roboto"/>
              </a:defRPr>
            </a:lvl6pPr>
            <a:lvl7pPr marL="3200400" lvl="6" indent="-317500" rtl="0">
              <a:lnSpc>
                <a:spcPct val="115000"/>
              </a:lnSpc>
              <a:spcBef>
                <a:spcPts val="1600"/>
              </a:spcBef>
              <a:spcAft>
                <a:spcPts val="0"/>
              </a:spcAft>
              <a:buSzPts val="1400"/>
              <a:buFont typeface="Roboto"/>
              <a:buChar char="●"/>
              <a:defRPr>
                <a:latin typeface="Roboto"/>
                <a:ea typeface="Roboto"/>
                <a:cs typeface="Roboto"/>
                <a:sym typeface="Roboto"/>
              </a:defRPr>
            </a:lvl7pPr>
            <a:lvl8pPr marL="3657600" lvl="7" indent="-317500" rtl="0">
              <a:lnSpc>
                <a:spcPct val="115000"/>
              </a:lnSpc>
              <a:spcBef>
                <a:spcPts val="1600"/>
              </a:spcBef>
              <a:spcAft>
                <a:spcPts val="0"/>
              </a:spcAft>
              <a:buSzPts val="1400"/>
              <a:buFont typeface="Roboto"/>
              <a:buChar char="○"/>
              <a:defRPr>
                <a:latin typeface="Roboto"/>
                <a:ea typeface="Roboto"/>
                <a:cs typeface="Roboto"/>
                <a:sym typeface="Roboto"/>
              </a:defRPr>
            </a:lvl8pPr>
            <a:lvl9pPr marL="4114800" lvl="8" indent="-317500" rtl="0">
              <a:lnSpc>
                <a:spcPct val="115000"/>
              </a:lnSpc>
              <a:spcBef>
                <a:spcPts val="1600"/>
              </a:spcBef>
              <a:spcAft>
                <a:spcPts val="1600"/>
              </a:spcAft>
              <a:buSzPts val="1400"/>
              <a:buFont typeface="Roboto"/>
              <a:buChar char="■"/>
              <a:defRPr>
                <a:latin typeface="Roboto"/>
                <a:ea typeface="Roboto"/>
                <a:cs typeface="Roboto"/>
                <a:sym typeface="Roboto"/>
              </a:defRPr>
            </a:lvl9pPr>
          </a:lstStyle>
          <a:p>
            <a:endParaRPr/>
          </a:p>
        </p:txBody>
      </p:sp>
      <p:sp>
        <p:nvSpPr>
          <p:cNvPr id="146" name="Google Shape;146;p27"/>
          <p:cNvSpPr txBox="1">
            <a:spLocks noGrp="1"/>
          </p:cNvSpPr>
          <p:nvPr>
            <p:ph type="sldNum" idx="12"/>
          </p:nvPr>
        </p:nvSpPr>
        <p:spPr>
          <a:xfrm>
            <a:off x="8548658" y="47394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47" name="Google Shape;147;p27"/>
          <p:cNvSpPr txBox="1"/>
          <p:nvPr/>
        </p:nvSpPr>
        <p:spPr>
          <a:xfrm>
            <a:off x="9303675" y="2108450"/>
            <a:ext cx="5446200" cy="63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27"/>
          <p:cNvSpPr txBox="1"/>
          <p:nvPr/>
        </p:nvSpPr>
        <p:spPr>
          <a:xfrm>
            <a:off x="2232275" y="4761375"/>
            <a:ext cx="5446200" cy="22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1000" b="1">
                <a:solidFill>
                  <a:srgbClr val="757575"/>
                </a:solidFill>
                <a:latin typeface="Roboto"/>
                <a:ea typeface="Roboto"/>
                <a:cs typeface="Roboto"/>
                <a:sym typeface="Roboto"/>
              </a:rPr>
              <a:t>Android Developer Fundamentals V2</a:t>
            </a:r>
            <a:endParaRPr sz="1000">
              <a:solidFill>
                <a:srgbClr val="757575"/>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developer.android.com/reference/android/view/View.OnClickListener.html"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2.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hyperlink" Target="https://developer.android.com/training/gestures/detector" TargetMode="External"/><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hyperlink" Target="https://developer.android.com/reference/android/view/MotionEvent.html"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hyperlink" Target="https://developer.android.com/training/gestures/detector.html" TargetMode="External"/><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8" Type="http://schemas.openxmlformats.org/officeDocument/2006/relationships/hyperlink" Target="https://developer.android.com/training/keyboard-input/style.html#Action" TargetMode="External"/><Relationship Id="rId13" Type="http://schemas.openxmlformats.org/officeDocument/2006/relationships/hyperlink" Target="http://developer.android.com/guide/components/fragments.html" TargetMode="External"/><Relationship Id="rId3" Type="http://schemas.openxmlformats.org/officeDocument/2006/relationships/hyperlink" Target="http://developer.android.com/guide/topics/ui/controls.html" TargetMode="External"/><Relationship Id="rId7" Type="http://schemas.openxmlformats.org/officeDocument/2006/relationships/hyperlink" Target="http://developer.android.com/training/keyboard-input/style.html" TargetMode="External"/><Relationship Id="rId12" Type="http://schemas.openxmlformats.org/officeDocument/2006/relationships/hyperlink" Target="https://developer.android.com/guide/topics/ui/dialogs.html" TargetMode="External"/><Relationship Id="rId17" Type="http://schemas.openxmlformats.org/officeDocument/2006/relationships/hyperlink" Target="http://developer.android.com/design/patterns/gestures.html" TargetMode="External"/><Relationship Id="rId2" Type="http://schemas.openxmlformats.org/officeDocument/2006/relationships/notesSlide" Target="../notesSlides/notesSlide24.xml"/><Relationship Id="rId16" Type="http://schemas.openxmlformats.org/officeDocument/2006/relationships/hyperlink" Target="https://developer.android.com/training/gestures/index.html" TargetMode="External"/><Relationship Id="rId1" Type="http://schemas.openxmlformats.org/officeDocument/2006/relationships/slideLayout" Target="../slideLayouts/slideLayout3.xml"/><Relationship Id="rId6" Type="http://schemas.openxmlformats.org/officeDocument/2006/relationships/hyperlink" Target="https://developer.android.com/guide/topics/ui/controls/radiobutton.html" TargetMode="External"/><Relationship Id="rId11" Type="http://schemas.openxmlformats.org/officeDocument/2006/relationships/hyperlink" Target="http://developer.android.com/guide/topics/ui/controls/spinner.html" TargetMode="External"/><Relationship Id="rId5" Type="http://schemas.openxmlformats.org/officeDocument/2006/relationships/hyperlink" Target="https://material.google.com/components/buttons-floating-action-button.html" TargetMode="External"/><Relationship Id="rId15" Type="http://schemas.openxmlformats.org/officeDocument/2006/relationships/hyperlink" Target="http://developer.android.com/guide/topics/ui/controls/pickers.html" TargetMode="External"/><Relationship Id="rId10" Type="http://schemas.openxmlformats.org/officeDocument/2006/relationships/hyperlink" Target="https://developer.android.com/guide/topics/ui/controls/button.html" TargetMode="External"/><Relationship Id="rId4" Type="http://schemas.openxmlformats.org/officeDocument/2006/relationships/hyperlink" Target="https://developer.android.com/guide/topics/resources/drawable-resource.html" TargetMode="External"/><Relationship Id="rId9" Type="http://schemas.openxmlformats.org/officeDocument/2006/relationships/hyperlink" Target="http://developer.android.com/guide/topics/ui/controls/text.html" TargetMode="External"/><Relationship Id="rId14" Type="http://schemas.openxmlformats.org/officeDocument/2006/relationships/hyperlink" Target="http://developer.android.com/guide/topics/ui/ui-events.html"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google-developer-training.github.io/android-developer-fundamentals-course-concepts-v2/unit-2-user-experience/lesson-4-user-interaction/4-1-c-buttons-and-clickable-images/4-1-c-buttons-and-clickable-images.html" TargetMode="External"/><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hyperlink" Target="https://codelabs.developers.google.com/codelabs/android-training-clickable-images"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40"/>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
        <p:nvSpPr>
          <p:cNvPr id="208" name="Google Shape;208;p40"/>
          <p:cNvSpPr txBox="1">
            <a:spLocks noGrp="1"/>
          </p:cNvSpPr>
          <p:nvPr>
            <p:ph type="sldNum" idx="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
        <p:nvSpPr>
          <p:cNvPr id="209" name="Google Shape;209;p40"/>
          <p:cNvSpPr txBox="1">
            <a:spLocks noGrp="1"/>
          </p:cNvSpPr>
          <p:nvPr>
            <p:ph type="title"/>
          </p:nvPr>
        </p:nvSpPr>
        <p:spPr>
          <a:xfrm>
            <a:off x="265500" y="1623202"/>
            <a:ext cx="4045200" cy="1143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User Interaction </a:t>
            </a:r>
            <a:endParaRPr/>
          </a:p>
        </p:txBody>
      </p:sp>
      <p:sp>
        <p:nvSpPr>
          <p:cNvPr id="210" name="Google Shape;210;p40"/>
          <p:cNvSpPr txBox="1">
            <a:spLocks noGrp="1"/>
          </p:cNvSpPr>
          <p:nvPr>
            <p:ph type="sldNum" idx="4"/>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
        <p:nvSpPr>
          <p:cNvPr id="211" name="Google Shape;211;p40"/>
          <p:cNvSpPr txBox="1">
            <a:spLocks noGrp="1"/>
          </p:cNvSpPr>
          <p:nvPr>
            <p:ph type="subTitle" idx="3"/>
          </p:nvPr>
        </p:nvSpPr>
        <p:spPr>
          <a:xfrm>
            <a:off x="265500" y="564125"/>
            <a:ext cx="4045200" cy="52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Android Developer Fundamentals V2</a:t>
            </a:r>
            <a:endParaRPr/>
          </a:p>
        </p:txBody>
      </p:sp>
      <p:sp>
        <p:nvSpPr>
          <p:cNvPr id="212" name="Google Shape;212;p40"/>
          <p:cNvSpPr txBox="1"/>
          <p:nvPr/>
        </p:nvSpPr>
        <p:spPr>
          <a:xfrm>
            <a:off x="265500" y="3497911"/>
            <a:ext cx="4045200" cy="1235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100">
                <a:solidFill>
                  <a:srgbClr val="FAFAFA"/>
                </a:solidFill>
                <a:latin typeface="Roboto"/>
                <a:ea typeface="Roboto"/>
                <a:cs typeface="Roboto"/>
                <a:sym typeface="Roboto"/>
              </a:rPr>
              <a:t>Lesson 4</a:t>
            </a:r>
            <a:endParaRPr sz="2100">
              <a:solidFill>
                <a:srgbClr val="FAFAFA"/>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41"/>
          <p:cNvSpPr txBox="1">
            <a:spLocks noGrp="1"/>
          </p:cNvSpPr>
          <p:nvPr>
            <p:ph type="ctrTitle"/>
          </p:nvPr>
        </p:nvSpPr>
        <p:spPr>
          <a:xfrm>
            <a:off x="311700" y="778203"/>
            <a:ext cx="8520600" cy="2796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4.1 Buttons and clickable images</a:t>
            </a:r>
            <a:endParaRPr/>
          </a:p>
        </p:txBody>
      </p:sp>
      <p:sp>
        <p:nvSpPr>
          <p:cNvPr id="218" name="Google Shape;218;p41"/>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42"/>
          <p:cNvSpPr txBox="1">
            <a:spLocks noGrp="1"/>
          </p:cNvSpPr>
          <p:nvPr>
            <p:ph type="title"/>
          </p:nvPr>
        </p:nvSpPr>
        <p:spPr>
          <a:xfrm>
            <a:off x="311700" y="170825"/>
            <a:ext cx="8657700" cy="5727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a:solidFill>
                  <a:srgbClr val="FFFFFF"/>
                </a:solidFill>
              </a:rPr>
              <a:t>Contents</a:t>
            </a:r>
            <a:endParaRPr>
              <a:solidFill>
                <a:srgbClr val="FFFFFF"/>
              </a:solidFill>
            </a:endParaRPr>
          </a:p>
        </p:txBody>
      </p:sp>
      <p:sp>
        <p:nvSpPr>
          <p:cNvPr id="224" name="Google Shape;224;p42"/>
          <p:cNvSpPr txBox="1">
            <a:spLocks noGrp="1"/>
          </p:cNvSpPr>
          <p:nvPr>
            <p:ph type="body" idx="1"/>
          </p:nvPr>
        </p:nvSpPr>
        <p:spPr>
          <a:xfrm>
            <a:off x="311700" y="1000075"/>
            <a:ext cx="8398800" cy="3416400"/>
          </a:xfrm>
          <a:prstGeom prst="rect">
            <a:avLst/>
          </a:prstGeom>
        </p:spPr>
        <p:txBody>
          <a:bodyPr spcFirstLastPara="1" wrap="square" lIns="91425" tIns="91425" rIns="91425" bIns="91425" anchor="t" anchorCtr="0">
            <a:noAutofit/>
          </a:bodyPr>
          <a:lstStyle/>
          <a:p>
            <a:pPr marL="457200" lvl="0" indent="-381000" algn="l" rtl="0">
              <a:lnSpc>
                <a:spcPct val="115000"/>
              </a:lnSpc>
              <a:spcBef>
                <a:spcPts val="1000"/>
              </a:spcBef>
              <a:spcAft>
                <a:spcPts val="0"/>
              </a:spcAft>
              <a:buClr>
                <a:srgbClr val="333333"/>
              </a:buClr>
              <a:buSzPts val="2400"/>
              <a:buChar char="●"/>
            </a:pPr>
            <a:r>
              <a:rPr lang="en">
                <a:solidFill>
                  <a:srgbClr val="333333"/>
                </a:solidFill>
              </a:rPr>
              <a:t>User interaction</a:t>
            </a:r>
            <a:endParaRPr>
              <a:solidFill>
                <a:srgbClr val="333333"/>
              </a:solidFill>
            </a:endParaRPr>
          </a:p>
          <a:p>
            <a:pPr marL="457200" marR="0" lvl="0" indent="-381000" algn="l" rtl="0">
              <a:lnSpc>
                <a:spcPct val="115000"/>
              </a:lnSpc>
              <a:spcBef>
                <a:spcPts val="0"/>
              </a:spcBef>
              <a:spcAft>
                <a:spcPts val="0"/>
              </a:spcAft>
              <a:buClr>
                <a:srgbClr val="333333"/>
              </a:buClr>
              <a:buSzPts val="2400"/>
              <a:buFont typeface="Roboto"/>
              <a:buChar char="●"/>
            </a:pPr>
            <a:r>
              <a:rPr lang="en">
                <a:solidFill>
                  <a:srgbClr val="333333"/>
                </a:solidFill>
              </a:rPr>
              <a:t>Buttons</a:t>
            </a:r>
            <a:endParaRPr>
              <a:solidFill>
                <a:srgbClr val="333333"/>
              </a:solidFill>
            </a:endParaRPr>
          </a:p>
          <a:p>
            <a:pPr marL="457200" marR="0" lvl="0" indent="-381000" algn="l" rtl="0">
              <a:lnSpc>
                <a:spcPct val="115000"/>
              </a:lnSpc>
              <a:spcBef>
                <a:spcPts val="0"/>
              </a:spcBef>
              <a:spcAft>
                <a:spcPts val="0"/>
              </a:spcAft>
              <a:buClr>
                <a:srgbClr val="333333"/>
              </a:buClr>
              <a:buSzPts val="2400"/>
              <a:buChar char="●"/>
            </a:pPr>
            <a:r>
              <a:rPr lang="en">
                <a:solidFill>
                  <a:srgbClr val="333333"/>
                </a:solidFill>
              </a:rPr>
              <a:t>Clickable images</a:t>
            </a:r>
            <a:endParaRPr>
              <a:solidFill>
                <a:srgbClr val="333333"/>
              </a:solidFill>
            </a:endParaRPr>
          </a:p>
          <a:p>
            <a:pPr marL="457200" marR="0" lvl="0" indent="-381000" algn="l" rtl="0">
              <a:lnSpc>
                <a:spcPct val="115000"/>
              </a:lnSpc>
              <a:spcBef>
                <a:spcPts val="0"/>
              </a:spcBef>
              <a:spcAft>
                <a:spcPts val="0"/>
              </a:spcAft>
              <a:buClr>
                <a:srgbClr val="333333"/>
              </a:buClr>
              <a:buSzPts val="2400"/>
              <a:buChar char="●"/>
            </a:pPr>
            <a:r>
              <a:rPr lang="en">
                <a:solidFill>
                  <a:srgbClr val="333333"/>
                </a:solidFill>
              </a:rPr>
              <a:t>Floating action button</a:t>
            </a:r>
            <a:endParaRPr>
              <a:solidFill>
                <a:srgbClr val="333333"/>
              </a:solidFill>
            </a:endParaRPr>
          </a:p>
          <a:p>
            <a:pPr marL="457200" lvl="0" indent="-381000" algn="l" rtl="0">
              <a:lnSpc>
                <a:spcPct val="115000"/>
              </a:lnSpc>
              <a:spcBef>
                <a:spcPts val="0"/>
              </a:spcBef>
              <a:spcAft>
                <a:spcPts val="0"/>
              </a:spcAft>
              <a:buClr>
                <a:srgbClr val="333333"/>
              </a:buClr>
              <a:buSzPts val="2400"/>
              <a:buChar char="●"/>
            </a:pPr>
            <a:r>
              <a:rPr lang="en">
                <a:solidFill>
                  <a:srgbClr val="333333"/>
                </a:solidFill>
              </a:rPr>
              <a:t>Common gestures</a:t>
            </a:r>
            <a:endParaRPr>
              <a:solidFill>
                <a:srgbClr val="333333"/>
              </a:solidFill>
            </a:endParaRPr>
          </a:p>
          <a:p>
            <a:pPr marL="0" lvl="0" indent="0" algn="l" rtl="0">
              <a:lnSpc>
                <a:spcPct val="115000"/>
              </a:lnSpc>
              <a:spcBef>
                <a:spcPts val="1000"/>
              </a:spcBef>
              <a:spcAft>
                <a:spcPts val="0"/>
              </a:spcAft>
              <a:buNone/>
            </a:pPr>
            <a:endParaRPr>
              <a:solidFill>
                <a:schemeClr val="dk1"/>
              </a:solidFill>
            </a:endParaRPr>
          </a:p>
          <a:p>
            <a:pPr marL="0" lvl="0" indent="0" algn="l" rtl="0">
              <a:lnSpc>
                <a:spcPct val="100000"/>
              </a:lnSpc>
              <a:spcBef>
                <a:spcPts val="1000"/>
              </a:spcBef>
              <a:spcAft>
                <a:spcPts val="1000"/>
              </a:spcAft>
              <a:buClr>
                <a:schemeClr val="dk1"/>
              </a:buClr>
              <a:buSzPts val="1100"/>
              <a:buFont typeface="Arial"/>
              <a:buNone/>
            </a:pPr>
            <a:endParaRPr/>
          </a:p>
        </p:txBody>
      </p:sp>
      <p:sp>
        <p:nvSpPr>
          <p:cNvPr id="225" name="Google Shape;225;p42"/>
          <p:cNvSpPr txBox="1">
            <a:spLocks noGrp="1"/>
          </p:cNvSpPr>
          <p:nvPr>
            <p:ph type="sldNum" idx="12"/>
          </p:nvPr>
        </p:nvSpPr>
        <p:spPr>
          <a:xfrm>
            <a:off x="86248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43"/>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User interaction</a:t>
            </a:r>
            <a:endParaRPr/>
          </a:p>
        </p:txBody>
      </p:sp>
      <p:sp>
        <p:nvSpPr>
          <p:cNvPr id="231" name="Google Shape;231;p43"/>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3"/>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44"/>
          <p:cNvSpPr txBox="1">
            <a:spLocks noGrp="1"/>
          </p:cNvSpPr>
          <p:nvPr>
            <p:ph type="title"/>
          </p:nvPr>
        </p:nvSpPr>
        <p:spPr>
          <a:xfrm>
            <a:off x="311700" y="170825"/>
            <a:ext cx="8657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Users expect to interact with apps</a:t>
            </a:r>
            <a:endParaRPr>
              <a:solidFill>
                <a:srgbClr val="FFFFFF"/>
              </a:solidFill>
            </a:endParaRPr>
          </a:p>
        </p:txBody>
      </p:sp>
      <p:sp>
        <p:nvSpPr>
          <p:cNvPr id="238" name="Google Shape;238;p44"/>
          <p:cNvSpPr txBox="1">
            <a:spLocks noGrp="1"/>
          </p:cNvSpPr>
          <p:nvPr>
            <p:ph type="body" idx="1"/>
          </p:nvPr>
        </p:nvSpPr>
        <p:spPr>
          <a:xfrm>
            <a:off x="311700" y="1521575"/>
            <a:ext cx="8398800" cy="2895000"/>
          </a:xfrm>
          <a:prstGeom prst="rect">
            <a:avLst/>
          </a:prstGeom>
        </p:spPr>
        <p:txBody>
          <a:bodyPr spcFirstLastPara="1" wrap="square" lIns="91425" tIns="91425" rIns="91425" bIns="91425" anchor="t" anchorCtr="0">
            <a:noAutofit/>
          </a:bodyPr>
          <a:lstStyle/>
          <a:p>
            <a:pPr marL="457200" lvl="0" indent="-381000" algn="l" rtl="0">
              <a:spcBef>
                <a:spcPts val="1000"/>
              </a:spcBef>
              <a:spcAft>
                <a:spcPts val="0"/>
              </a:spcAft>
              <a:buClr>
                <a:srgbClr val="333333"/>
              </a:buClr>
              <a:buSzPts val="2400"/>
              <a:buChar char="●"/>
            </a:pPr>
            <a:r>
              <a:rPr lang="en">
                <a:solidFill>
                  <a:srgbClr val="333333"/>
                </a:solidFill>
              </a:rPr>
              <a:t>Tapping or clicking, typing, using gestures, and talking</a:t>
            </a:r>
            <a:endParaRPr>
              <a:solidFill>
                <a:srgbClr val="333333"/>
              </a:solidFill>
            </a:endParaRPr>
          </a:p>
          <a:p>
            <a:pPr marL="457200" lvl="0" indent="-381000" algn="l" rtl="0">
              <a:spcBef>
                <a:spcPts val="1000"/>
              </a:spcBef>
              <a:spcAft>
                <a:spcPts val="0"/>
              </a:spcAft>
              <a:buClr>
                <a:srgbClr val="333333"/>
              </a:buClr>
              <a:buSzPts val="2400"/>
              <a:buChar char="●"/>
            </a:pPr>
            <a:r>
              <a:rPr lang="en">
                <a:solidFill>
                  <a:srgbClr val="333333"/>
                </a:solidFill>
              </a:rPr>
              <a:t>Buttons perform actions</a:t>
            </a:r>
            <a:endParaRPr>
              <a:solidFill>
                <a:srgbClr val="333333"/>
              </a:solidFill>
            </a:endParaRPr>
          </a:p>
          <a:p>
            <a:pPr marL="457200" lvl="0" indent="-381000" algn="l" rtl="0">
              <a:spcBef>
                <a:spcPts val="1000"/>
              </a:spcBef>
              <a:spcAft>
                <a:spcPts val="0"/>
              </a:spcAft>
              <a:buClr>
                <a:srgbClr val="333333"/>
              </a:buClr>
              <a:buSzPts val="2400"/>
              <a:buChar char="●"/>
            </a:pPr>
            <a:r>
              <a:rPr lang="en">
                <a:solidFill>
                  <a:srgbClr val="333333"/>
                </a:solidFill>
              </a:rPr>
              <a:t>Other UI elements enable data input and navigation</a:t>
            </a:r>
            <a:endParaRPr sz="1600">
              <a:solidFill>
                <a:srgbClr val="4CAF50"/>
              </a:solidFill>
            </a:endParaRPr>
          </a:p>
          <a:p>
            <a:pPr marL="0" lvl="0" indent="0" algn="l" rtl="0">
              <a:lnSpc>
                <a:spcPct val="115000"/>
              </a:lnSpc>
              <a:spcBef>
                <a:spcPts val="1000"/>
              </a:spcBef>
              <a:spcAft>
                <a:spcPts val="0"/>
              </a:spcAft>
              <a:buNone/>
            </a:pPr>
            <a:endParaRPr>
              <a:solidFill>
                <a:srgbClr val="333333"/>
              </a:solidFill>
            </a:endParaRPr>
          </a:p>
          <a:p>
            <a:pPr marL="0" lvl="0" indent="0" algn="l" rtl="0">
              <a:lnSpc>
                <a:spcPct val="115000"/>
              </a:lnSpc>
              <a:spcBef>
                <a:spcPts val="1000"/>
              </a:spcBef>
              <a:spcAft>
                <a:spcPts val="0"/>
              </a:spcAft>
              <a:buNone/>
            </a:pPr>
            <a:endParaRPr>
              <a:solidFill>
                <a:schemeClr val="dk1"/>
              </a:solidFill>
            </a:endParaRPr>
          </a:p>
          <a:p>
            <a:pPr marL="0" lvl="0" indent="0" algn="l" rtl="0">
              <a:lnSpc>
                <a:spcPct val="100000"/>
              </a:lnSpc>
              <a:spcBef>
                <a:spcPts val="1000"/>
              </a:spcBef>
              <a:spcAft>
                <a:spcPts val="1000"/>
              </a:spcAft>
              <a:buClr>
                <a:schemeClr val="dk1"/>
              </a:buClr>
              <a:buSzPts val="1100"/>
              <a:buFont typeface="Arial"/>
              <a:buNone/>
            </a:pPr>
            <a:endParaRPr/>
          </a:p>
        </p:txBody>
      </p:sp>
      <p:sp>
        <p:nvSpPr>
          <p:cNvPr id="239" name="Google Shape;239;p44"/>
          <p:cNvSpPr txBox="1">
            <a:spLocks noGrp="1"/>
          </p:cNvSpPr>
          <p:nvPr>
            <p:ph type="sldNum" idx="12"/>
          </p:nvPr>
        </p:nvSpPr>
        <p:spPr>
          <a:xfrm>
            <a:off x="86248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45"/>
          <p:cNvSpPr txBox="1">
            <a:spLocks noGrp="1"/>
          </p:cNvSpPr>
          <p:nvPr>
            <p:ph type="title"/>
          </p:nvPr>
        </p:nvSpPr>
        <p:spPr>
          <a:xfrm>
            <a:off x="311700" y="170825"/>
            <a:ext cx="8657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User interaction design</a:t>
            </a:r>
            <a:endParaRPr>
              <a:solidFill>
                <a:srgbClr val="FFFFFF"/>
              </a:solidFill>
            </a:endParaRPr>
          </a:p>
        </p:txBody>
      </p:sp>
      <p:sp>
        <p:nvSpPr>
          <p:cNvPr id="245" name="Google Shape;245;p45"/>
          <p:cNvSpPr txBox="1">
            <a:spLocks noGrp="1"/>
          </p:cNvSpPr>
          <p:nvPr>
            <p:ph type="body" idx="1"/>
          </p:nvPr>
        </p:nvSpPr>
        <p:spPr>
          <a:xfrm>
            <a:off x="311700" y="1069938"/>
            <a:ext cx="8398800" cy="3346500"/>
          </a:xfrm>
          <a:prstGeom prst="rect">
            <a:avLst/>
          </a:prstGeom>
        </p:spPr>
        <p:txBody>
          <a:bodyPr spcFirstLastPara="1" wrap="square" lIns="91425" tIns="91425" rIns="91425" bIns="91425" anchor="t" anchorCtr="0">
            <a:noAutofit/>
          </a:bodyPr>
          <a:lstStyle/>
          <a:p>
            <a:pPr marL="0" lvl="0" indent="0" algn="l" rtl="0">
              <a:spcBef>
                <a:spcPts val="1000"/>
              </a:spcBef>
              <a:spcAft>
                <a:spcPts val="0"/>
              </a:spcAft>
              <a:buClr>
                <a:schemeClr val="dk1"/>
              </a:buClr>
              <a:buSzPts val="1100"/>
              <a:buFont typeface="Arial"/>
              <a:buNone/>
            </a:pPr>
            <a:r>
              <a:rPr lang="en"/>
              <a:t>Important to be obvious, easy, and consistent: </a:t>
            </a:r>
            <a:endParaRPr/>
          </a:p>
          <a:p>
            <a:pPr marL="457200" lvl="0" indent="-381000" algn="l" rtl="0">
              <a:spcBef>
                <a:spcPts val="1000"/>
              </a:spcBef>
              <a:spcAft>
                <a:spcPts val="0"/>
              </a:spcAft>
              <a:buSzPts val="2400"/>
              <a:buChar char="●"/>
            </a:pPr>
            <a:r>
              <a:rPr lang="en"/>
              <a:t>Think about how users will use your app</a:t>
            </a:r>
            <a:endParaRPr/>
          </a:p>
          <a:p>
            <a:pPr marL="457200" lvl="0" indent="-381000" algn="l" rtl="0">
              <a:spcBef>
                <a:spcPts val="1000"/>
              </a:spcBef>
              <a:spcAft>
                <a:spcPts val="0"/>
              </a:spcAft>
              <a:buSzPts val="2400"/>
              <a:buChar char="●"/>
            </a:pPr>
            <a:r>
              <a:rPr lang="en"/>
              <a:t>Minimize steps </a:t>
            </a:r>
            <a:endParaRPr/>
          </a:p>
          <a:p>
            <a:pPr marL="457200" lvl="0" indent="-381000" algn="l" rtl="0">
              <a:spcBef>
                <a:spcPts val="1000"/>
              </a:spcBef>
              <a:spcAft>
                <a:spcPts val="0"/>
              </a:spcAft>
              <a:buSzPts val="2400"/>
              <a:buChar char="●"/>
            </a:pPr>
            <a:r>
              <a:rPr lang="en"/>
              <a:t>Use UI elements that are easy to access, understand, use</a:t>
            </a:r>
            <a:endParaRPr/>
          </a:p>
          <a:p>
            <a:pPr marL="457200" lvl="0" indent="-381000" algn="l" rtl="0">
              <a:spcBef>
                <a:spcPts val="1000"/>
              </a:spcBef>
              <a:spcAft>
                <a:spcPts val="0"/>
              </a:spcAft>
              <a:buSzPts val="2400"/>
              <a:buChar char="●"/>
            </a:pPr>
            <a:r>
              <a:rPr lang="en"/>
              <a:t>Follow Android best practices</a:t>
            </a:r>
            <a:endParaRPr/>
          </a:p>
          <a:p>
            <a:pPr marL="457200" lvl="0" indent="-381000" algn="l" rtl="0">
              <a:spcBef>
                <a:spcPts val="1000"/>
              </a:spcBef>
              <a:spcAft>
                <a:spcPts val="0"/>
              </a:spcAft>
              <a:buSzPts val="2400"/>
              <a:buChar char="●"/>
            </a:pPr>
            <a:r>
              <a:rPr lang="en"/>
              <a:t>Meet user's expectations</a:t>
            </a:r>
            <a:endParaRPr/>
          </a:p>
          <a:p>
            <a:pPr marL="0" lvl="0" indent="0" algn="l" rtl="0">
              <a:lnSpc>
                <a:spcPct val="115000"/>
              </a:lnSpc>
              <a:spcBef>
                <a:spcPts val="1000"/>
              </a:spcBef>
              <a:spcAft>
                <a:spcPts val="0"/>
              </a:spcAft>
              <a:buNone/>
            </a:pPr>
            <a:endParaRPr>
              <a:solidFill>
                <a:srgbClr val="333333"/>
              </a:solidFill>
            </a:endParaRPr>
          </a:p>
          <a:p>
            <a:pPr marL="0" lvl="0" indent="0" algn="l" rtl="0">
              <a:lnSpc>
                <a:spcPct val="115000"/>
              </a:lnSpc>
              <a:spcBef>
                <a:spcPts val="1000"/>
              </a:spcBef>
              <a:spcAft>
                <a:spcPts val="0"/>
              </a:spcAft>
              <a:buNone/>
            </a:pPr>
            <a:endParaRPr>
              <a:solidFill>
                <a:schemeClr val="dk1"/>
              </a:solidFill>
            </a:endParaRPr>
          </a:p>
          <a:p>
            <a:pPr marL="0" lvl="0" indent="0" algn="l" rtl="0">
              <a:lnSpc>
                <a:spcPct val="100000"/>
              </a:lnSpc>
              <a:spcBef>
                <a:spcPts val="1000"/>
              </a:spcBef>
              <a:spcAft>
                <a:spcPts val="1000"/>
              </a:spcAft>
              <a:buClr>
                <a:schemeClr val="dk1"/>
              </a:buClr>
              <a:buSzPts val="1100"/>
              <a:buFont typeface="Arial"/>
              <a:buNone/>
            </a:pPr>
            <a:endParaRPr/>
          </a:p>
        </p:txBody>
      </p:sp>
      <p:sp>
        <p:nvSpPr>
          <p:cNvPr id="246" name="Google Shape;246;p45"/>
          <p:cNvSpPr txBox="1">
            <a:spLocks noGrp="1"/>
          </p:cNvSpPr>
          <p:nvPr>
            <p:ph type="sldNum" idx="12"/>
          </p:nvPr>
        </p:nvSpPr>
        <p:spPr>
          <a:xfrm>
            <a:off x="86248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46"/>
          <p:cNvSpPr txBox="1">
            <a:spLocks noGrp="1"/>
          </p:cNvSpPr>
          <p:nvPr>
            <p:ph type="title"/>
          </p:nvPr>
        </p:nvSpPr>
        <p:spPr>
          <a:xfrm>
            <a:off x="265500" y="1614175"/>
            <a:ext cx="4045200" cy="1482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Buttons</a:t>
            </a:r>
            <a:endParaRPr/>
          </a:p>
        </p:txBody>
      </p:sp>
      <p:sp>
        <p:nvSpPr>
          <p:cNvPr id="252" name="Google Shape;252;p46"/>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46"/>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57"/>
        <p:cNvGrpSpPr/>
        <p:nvPr/>
      </p:nvGrpSpPr>
      <p:grpSpPr>
        <a:xfrm>
          <a:off x="0" y="0"/>
          <a:ext cx="0" cy="0"/>
          <a:chOff x="0" y="0"/>
          <a:chExt cx="0" cy="0"/>
        </a:xfrm>
      </p:grpSpPr>
      <p:sp>
        <p:nvSpPr>
          <p:cNvPr id="258" name="Google Shape;258;p47"/>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Button</a:t>
            </a:r>
            <a:endParaRPr/>
          </a:p>
        </p:txBody>
      </p:sp>
      <p:sp>
        <p:nvSpPr>
          <p:cNvPr id="259" name="Google Shape;259;p47"/>
          <p:cNvSpPr txBox="1">
            <a:spLocks noGrp="1"/>
          </p:cNvSpPr>
          <p:nvPr>
            <p:ph type="body" idx="1"/>
          </p:nvPr>
        </p:nvSpPr>
        <p:spPr>
          <a:xfrm>
            <a:off x="311700" y="1152475"/>
            <a:ext cx="8709300" cy="2073900"/>
          </a:xfrm>
          <a:prstGeom prst="rect">
            <a:avLst/>
          </a:prstGeom>
        </p:spPr>
        <p:txBody>
          <a:bodyPr spcFirstLastPara="1" wrap="square" lIns="91425" tIns="91425" rIns="91425" bIns="91425" anchor="t" anchorCtr="0">
            <a:noAutofit/>
          </a:bodyPr>
          <a:lstStyle/>
          <a:p>
            <a:pPr marL="457200" marR="0" lvl="0" indent="-381000" algn="l" rtl="0">
              <a:lnSpc>
                <a:spcPct val="115000"/>
              </a:lnSpc>
              <a:spcBef>
                <a:spcPts val="0"/>
              </a:spcBef>
              <a:spcAft>
                <a:spcPts val="0"/>
              </a:spcAft>
              <a:buClr>
                <a:srgbClr val="333333"/>
              </a:buClr>
              <a:buSzPts val="2400"/>
              <a:buChar char="●"/>
            </a:pPr>
            <a:r>
              <a:rPr lang="en">
                <a:solidFill>
                  <a:srgbClr val="333333"/>
                </a:solidFill>
                <a:highlight>
                  <a:srgbClr val="FFFFFF"/>
                </a:highlight>
              </a:rPr>
              <a:t>View that responds to tapping (clicking) or pressing</a:t>
            </a:r>
            <a:endParaRPr>
              <a:solidFill>
                <a:srgbClr val="333333"/>
              </a:solidFill>
              <a:highlight>
                <a:srgbClr val="FFFFFF"/>
              </a:highlight>
            </a:endParaRPr>
          </a:p>
          <a:p>
            <a:pPr marL="457200" lvl="0" indent="-381000" algn="l" rtl="0">
              <a:spcBef>
                <a:spcPts val="1000"/>
              </a:spcBef>
              <a:spcAft>
                <a:spcPts val="0"/>
              </a:spcAft>
              <a:buClr>
                <a:srgbClr val="333333"/>
              </a:buClr>
              <a:buSzPts val="2400"/>
              <a:buChar char="●"/>
            </a:pPr>
            <a:r>
              <a:rPr lang="en">
                <a:solidFill>
                  <a:srgbClr val="333333"/>
                </a:solidFill>
                <a:highlight>
                  <a:srgbClr val="FFFFFF"/>
                </a:highlight>
              </a:rPr>
              <a:t>Usually text or visuals indicate what will happen when tapped</a:t>
            </a:r>
            <a:endParaRPr>
              <a:solidFill>
                <a:srgbClr val="333333"/>
              </a:solidFill>
              <a:highlight>
                <a:srgbClr val="FFFFFF"/>
              </a:highlight>
            </a:endParaRPr>
          </a:p>
          <a:p>
            <a:pPr marL="457200" lvl="0" indent="-381000" algn="l" rtl="0">
              <a:spcBef>
                <a:spcPts val="1000"/>
              </a:spcBef>
              <a:spcAft>
                <a:spcPts val="0"/>
              </a:spcAft>
              <a:buClr>
                <a:srgbClr val="333333"/>
              </a:buClr>
              <a:buSzPts val="2400"/>
              <a:buChar char="●"/>
            </a:pPr>
            <a:r>
              <a:rPr lang="en">
                <a:solidFill>
                  <a:srgbClr val="333333"/>
                </a:solidFill>
                <a:highlight>
                  <a:srgbClr val="FFFFFF"/>
                </a:highlight>
              </a:rPr>
              <a:t>State: normal, focused, disabled, pressed, on/off</a:t>
            </a:r>
            <a:endParaRPr>
              <a:solidFill>
                <a:srgbClr val="333333"/>
              </a:solidFill>
            </a:endParaRPr>
          </a:p>
        </p:txBody>
      </p:sp>
      <p:sp>
        <p:nvSpPr>
          <p:cNvPr id="260" name="Google Shape;260;p47"/>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a:t>
            </a:fld>
            <a:endParaRPr/>
          </a:p>
        </p:txBody>
      </p:sp>
      <p:pic>
        <p:nvPicPr>
          <p:cNvPr id="261" name="Google Shape;261;p47"/>
          <p:cNvPicPr preferRelativeResize="0"/>
          <p:nvPr/>
        </p:nvPicPr>
        <p:blipFill>
          <a:blip r:embed="rId3">
            <a:alphaModFix/>
          </a:blip>
          <a:stretch>
            <a:fillRect/>
          </a:stretch>
        </p:blipFill>
        <p:spPr>
          <a:xfrm>
            <a:off x="3523338" y="3635325"/>
            <a:ext cx="2286000" cy="457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65"/>
        <p:cNvGrpSpPr/>
        <p:nvPr/>
      </p:nvGrpSpPr>
      <p:grpSpPr>
        <a:xfrm>
          <a:off x="0" y="0"/>
          <a:ext cx="0" cy="0"/>
          <a:chOff x="0" y="0"/>
          <a:chExt cx="0" cy="0"/>
        </a:xfrm>
      </p:grpSpPr>
      <p:sp>
        <p:nvSpPr>
          <p:cNvPr id="266" name="Google Shape;266;p48"/>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Button image assets</a:t>
            </a:r>
            <a:endParaRPr/>
          </a:p>
        </p:txBody>
      </p:sp>
      <p:sp>
        <p:nvSpPr>
          <p:cNvPr id="267" name="Google Shape;267;p48"/>
          <p:cNvSpPr txBox="1">
            <a:spLocks noGrp="1"/>
          </p:cNvSpPr>
          <p:nvPr>
            <p:ph type="body" idx="1"/>
          </p:nvPr>
        </p:nvSpPr>
        <p:spPr>
          <a:xfrm>
            <a:off x="114450" y="1199200"/>
            <a:ext cx="5824200" cy="3412500"/>
          </a:xfrm>
          <a:prstGeom prst="rect">
            <a:avLst/>
          </a:prstGeom>
        </p:spPr>
        <p:txBody>
          <a:bodyPr spcFirstLastPara="1" wrap="square" lIns="91425" tIns="91425" rIns="91425" bIns="91425" anchor="t" anchorCtr="0">
            <a:noAutofit/>
          </a:bodyPr>
          <a:lstStyle/>
          <a:p>
            <a:pPr marL="457200" lvl="0" indent="-381000" algn="l" rtl="0">
              <a:spcBef>
                <a:spcPts val="1000"/>
              </a:spcBef>
              <a:spcAft>
                <a:spcPts val="0"/>
              </a:spcAft>
              <a:buSzPts val="2400"/>
              <a:buAutoNum type="arabicPeriod"/>
            </a:pPr>
            <a:r>
              <a:rPr lang="en"/>
              <a:t>Right-click app/res/drawable</a:t>
            </a:r>
            <a:endParaRPr/>
          </a:p>
          <a:p>
            <a:pPr marL="457200" lvl="0" indent="-381000" algn="l" rtl="0">
              <a:spcBef>
                <a:spcPts val="1000"/>
              </a:spcBef>
              <a:spcAft>
                <a:spcPts val="0"/>
              </a:spcAft>
              <a:buSzPts val="2400"/>
              <a:buAutoNum type="arabicPeriod"/>
            </a:pPr>
            <a:r>
              <a:rPr lang="en"/>
              <a:t>Choose </a:t>
            </a:r>
            <a:r>
              <a:rPr lang="en" b="1"/>
              <a:t>New &gt; Image Asset</a:t>
            </a:r>
            <a:endParaRPr b="1"/>
          </a:p>
          <a:p>
            <a:pPr marL="457200" lvl="0" indent="-381000" algn="l" rtl="0">
              <a:spcBef>
                <a:spcPts val="1000"/>
              </a:spcBef>
              <a:spcAft>
                <a:spcPts val="0"/>
              </a:spcAft>
              <a:buSzPts val="2400"/>
              <a:buAutoNum type="arabicPeriod"/>
            </a:pPr>
            <a:r>
              <a:rPr lang="en"/>
              <a:t>Choose </a:t>
            </a:r>
            <a:r>
              <a:rPr lang="en" b="1"/>
              <a:t>Action Bar and Tab Items</a:t>
            </a:r>
            <a:r>
              <a:rPr lang="en"/>
              <a:t> from drop down menu</a:t>
            </a:r>
            <a:endParaRPr/>
          </a:p>
          <a:p>
            <a:pPr marL="457200" lvl="0" indent="-381000" algn="l" rtl="0">
              <a:spcBef>
                <a:spcPts val="1000"/>
              </a:spcBef>
              <a:spcAft>
                <a:spcPts val="0"/>
              </a:spcAft>
              <a:buSzPts val="2400"/>
              <a:buAutoNum type="arabicPeriod"/>
            </a:pPr>
            <a:r>
              <a:rPr lang="en"/>
              <a:t>Click the </a:t>
            </a:r>
            <a:r>
              <a:rPr lang="en" b="1"/>
              <a:t>Clipart:</a:t>
            </a:r>
            <a:r>
              <a:rPr lang="en"/>
              <a:t> image </a:t>
            </a:r>
            <a:br>
              <a:rPr lang="en"/>
            </a:br>
            <a:r>
              <a:rPr lang="en"/>
              <a:t>(the Android logo)</a:t>
            </a:r>
            <a:endParaRPr sz="1100">
              <a:solidFill>
                <a:schemeClr val="dk1"/>
              </a:solidFill>
              <a:latin typeface="Arial"/>
              <a:ea typeface="Arial"/>
              <a:cs typeface="Arial"/>
              <a:sym typeface="Arial"/>
            </a:endParaRPr>
          </a:p>
        </p:txBody>
      </p:sp>
      <p:sp>
        <p:nvSpPr>
          <p:cNvPr id="268" name="Google Shape;268;p48"/>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pic>
        <p:nvPicPr>
          <p:cNvPr id="269" name="Google Shape;269;p48"/>
          <p:cNvPicPr preferRelativeResize="0"/>
          <p:nvPr/>
        </p:nvPicPr>
        <p:blipFill>
          <a:blip r:embed="rId3">
            <a:alphaModFix/>
          </a:blip>
          <a:stretch>
            <a:fillRect/>
          </a:stretch>
        </p:blipFill>
        <p:spPr>
          <a:xfrm>
            <a:off x="5607576" y="1046803"/>
            <a:ext cx="2085225" cy="1929700"/>
          </a:xfrm>
          <a:prstGeom prst="rect">
            <a:avLst/>
          </a:prstGeom>
          <a:noFill/>
          <a:ln>
            <a:noFill/>
          </a:ln>
        </p:spPr>
      </p:pic>
      <p:sp>
        <p:nvSpPr>
          <p:cNvPr id="270" name="Google Shape;270;p48"/>
          <p:cNvSpPr txBox="1">
            <a:spLocks noGrp="1"/>
          </p:cNvSpPr>
          <p:nvPr>
            <p:ph type="body" idx="1"/>
          </p:nvPr>
        </p:nvSpPr>
        <p:spPr>
          <a:xfrm>
            <a:off x="4357650" y="3385911"/>
            <a:ext cx="4663500" cy="951000"/>
          </a:xfrm>
          <a:prstGeom prst="rect">
            <a:avLst/>
          </a:prstGeom>
          <a:solidFill>
            <a:srgbClr val="D9EAD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Experiment:</a:t>
            </a:r>
            <a:endParaRPr/>
          </a:p>
          <a:p>
            <a:pPr marL="457200" lvl="0" indent="-381000" algn="l" rtl="0">
              <a:spcBef>
                <a:spcPts val="0"/>
              </a:spcBef>
              <a:spcAft>
                <a:spcPts val="0"/>
              </a:spcAft>
              <a:buSzPts val="2400"/>
              <a:buAutoNum type="arabicPeriod" startAt="2"/>
            </a:pPr>
            <a:r>
              <a:rPr lang="en"/>
              <a:t>Choose </a:t>
            </a:r>
            <a:r>
              <a:rPr lang="en" b="1"/>
              <a:t>New &gt; Vector Asset</a:t>
            </a:r>
            <a:endParaRPr b="1"/>
          </a:p>
          <a:p>
            <a:pPr marL="0" lvl="0" indent="0" algn="l" rtl="0">
              <a:spcBef>
                <a:spcPts val="1000"/>
              </a:spcBef>
              <a:spcAft>
                <a:spcPts val="0"/>
              </a:spcAft>
              <a:buNone/>
            </a:pPr>
            <a:endParaRPr sz="11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74"/>
        <p:cNvGrpSpPr/>
        <p:nvPr/>
      </p:nvGrpSpPr>
      <p:grpSpPr>
        <a:xfrm>
          <a:off x="0" y="0"/>
          <a:ext cx="0" cy="0"/>
          <a:chOff x="0" y="0"/>
          <a:chExt cx="0" cy="0"/>
        </a:xfrm>
      </p:grpSpPr>
      <p:sp>
        <p:nvSpPr>
          <p:cNvPr id="275" name="Google Shape;275;p49"/>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Responding to button taps</a:t>
            </a:r>
            <a:endParaRPr/>
          </a:p>
        </p:txBody>
      </p:sp>
      <p:sp>
        <p:nvSpPr>
          <p:cNvPr id="276" name="Google Shape;276;p49"/>
          <p:cNvSpPr txBox="1">
            <a:spLocks noGrp="1"/>
          </p:cNvSpPr>
          <p:nvPr>
            <p:ph type="body" idx="1"/>
          </p:nvPr>
        </p:nvSpPr>
        <p:spPr>
          <a:xfrm>
            <a:off x="311700" y="1152475"/>
            <a:ext cx="8709300" cy="3353700"/>
          </a:xfrm>
          <a:prstGeom prst="rect">
            <a:avLst/>
          </a:prstGeom>
        </p:spPr>
        <p:txBody>
          <a:bodyPr spcFirstLastPara="1" wrap="square" lIns="91425" tIns="91425" rIns="91425" bIns="91425" anchor="t" anchorCtr="0">
            <a:noAutofit/>
          </a:bodyPr>
          <a:lstStyle/>
          <a:p>
            <a:pPr marL="457200" marR="0" lvl="0" indent="-381000" algn="l" rtl="0">
              <a:lnSpc>
                <a:spcPct val="115000"/>
              </a:lnSpc>
              <a:spcBef>
                <a:spcPts val="0"/>
              </a:spcBef>
              <a:spcAft>
                <a:spcPts val="0"/>
              </a:spcAft>
              <a:buClr>
                <a:srgbClr val="424242"/>
              </a:buClr>
              <a:buSzPts val="2400"/>
              <a:buChar char="●"/>
            </a:pPr>
            <a:r>
              <a:rPr lang="en" i="1"/>
              <a:t>In your code</a:t>
            </a:r>
            <a:r>
              <a:rPr lang="en"/>
              <a:t>: Use </a:t>
            </a:r>
            <a:r>
              <a:rPr lang="en">
                <a:latin typeface="Consolas"/>
                <a:ea typeface="Consolas"/>
                <a:cs typeface="Consolas"/>
                <a:sym typeface="Consolas"/>
              </a:rPr>
              <a:t>OnClickListener</a:t>
            </a:r>
            <a:r>
              <a:rPr lang="en"/>
              <a:t> event listener.</a:t>
            </a:r>
            <a:endParaRPr/>
          </a:p>
          <a:p>
            <a:pPr marL="457200" marR="0" lvl="0" indent="-381000" algn="l" rtl="0">
              <a:lnSpc>
                <a:spcPct val="115000"/>
              </a:lnSpc>
              <a:spcBef>
                <a:spcPts val="0"/>
              </a:spcBef>
              <a:spcAft>
                <a:spcPts val="0"/>
              </a:spcAft>
              <a:buClr>
                <a:srgbClr val="424242"/>
              </a:buClr>
              <a:buSzPts val="2400"/>
              <a:buChar char="●"/>
            </a:pPr>
            <a:r>
              <a:rPr lang="en" i="1"/>
              <a:t>In XML</a:t>
            </a:r>
            <a:r>
              <a:rPr lang="en"/>
              <a:t>: use </a:t>
            </a:r>
            <a:r>
              <a:rPr lang="en">
                <a:latin typeface="Consolas"/>
                <a:ea typeface="Consolas"/>
                <a:cs typeface="Consolas"/>
                <a:sym typeface="Consolas"/>
              </a:rPr>
              <a:t>android:onClick</a:t>
            </a:r>
            <a:r>
              <a:rPr lang="en"/>
              <a:t> attribute in the XML layout:</a:t>
            </a:r>
            <a:endParaRPr/>
          </a:p>
          <a:p>
            <a:pPr marL="457200" lvl="0" indent="0" algn="l" rtl="0">
              <a:spcBef>
                <a:spcPts val="1000"/>
              </a:spcBef>
              <a:spcAft>
                <a:spcPts val="0"/>
              </a:spcAft>
              <a:buNone/>
            </a:pPr>
            <a:r>
              <a:rPr lang="en" sz="1800">
                <a:solidFill>
                  <a:schemeClr val="dk1"/>
                </a:solidFill>
                <a:latin typeface="Consolas"/>
                <a:ea typeface="Consolas"/>
                <a:cs typeface="Consolas"/>
                <a:sym typeface="Consolas"/>
              </a:rPr>
              <a:t>&lt;Button</a:t>
            </a:r>
            <a:endParaRPr sz="1800">
              <a:solidFill>
                <a:schemeClr val="dk1"/>
              </a:solidFill>
              <a:latin typeface="Consolas"/>
              <a:ea typeface="Consolas"/>
              <a:cs typeface="Consolas"/>
              <a:sym typeface="Consolas"/>
            </a:endParaRPr>
          </a:p>
          <a:p>
            <a:pPr marL="457200" lvl="0" indent="0" algn="l" rtl="0">
              <a:spcBef>
                <a:spcPts val="0"/>
              </a:spcBef>
              <a:spcAft>
                <a:spcPts val="0"/>
              </a:spcAft>
              <a:buNone/>
            </a:pPr>
            <a:r>
              <a:rPr lang="en" sz="1800">
                <a:solidFill>
                  <a:schemeClr val="dk1"/>
                </a:solidFill>
                <a:latin typeface="Consolas"/>
                <a:ea typeface="Consolas"/>
                <a:cs typeface="Consolas"/>
                <a:sym typeface="Consolas"/>
              </a:rPr>
              <a:t>    android:id="@+id/button_send"</a:t>
            </a:r>
            <a:endParaRPr sz="1800">
              <a:solidFill>
                <a:schemeClr val="dk1"/>
              </a:solidFill>
              <a:latin typeface="Consolas"/>
              <a:ea typeface="Consolas"/>
              <a:cs typeface="Consolas"/>
              <a:sym typeface="Consolas"/>
            </a:endParaRPr>
          </a:p>
          <a:p>
            <a:pPr marL="457200" lvl="0" indent="0" algn="l" rtl="0">
              <a:spcBef>
                <a:spcPts val="0"/>
              </a:spcBef>
              <a:spcAft>
                <a:spcPts val="0"/>
              </a:spcAft>
              <a:buNone/>
            </a:pPr>
            <a:r>
              <a:rPr lang="en" sz="1800">
                <a:solidFill>
                  <a:schemeClr val="dk1"/>
                </a:solidFill>
                <a:latin typeface="Consolas"/>
                <a:ea typeface="Consolas"/>
                <a:cs typeface="Consolas"/>
                <a:sym typeface="Consolas"/>
              </a:rPr>
              <a:t>    android:layout_width="wrap_content"</a:t>
            </a:r>
            <a:endParaRPr sz="1800">
              <a:solidFill>
                <a:schemeClr val="dk1"/>
              </a:solidFill>
              <a:latin typeface="Consolas"/>
              <a:ea typeface="Consolas"/>
              <a:cs typeface="Consolas"/>
              <a:sym typeface="Consolas"/>
            </a:endParaRPr>
          </a:p>
          <a:p>
            <a:pPr marL="457200" lvl="0" indent="0" algn="l" rtl="0">
              <a:spcBef>
                <a:spcPts val="0"/>
              </a:spcBef>
              <a:spcAft>
                <a:spcPts val="0"/>
              </a:spcAft>
              <a:buNone/>
            </a:pPr>
            <a:r>
              <a:rPr lang="en" sz="1800">
                <a:solidFill>
                  <a:schemeClr val="dk1"/>
                </a:solidFill>
                <a:latin typeface="Consolas"/>
                <a:ea typeface="Consolas"/>
                <a:cs typeface="Consolas"/>
                <a:sym typeface="Consolas"/>
              </a:rPr>
              <a:t>    android:layout_height="wrap_content"</a:t>
            </a:r>
            <a:endParaRPr sz="1800">
              <a:solidFill>
                <a:schemeClr val="dk1"/>
              </a:solidFill>
              <a:latin typeface="Consolas"/>
              <a:ea typeface="Consolas"/>
              <a:cs typeface="Consolas"/>
              <a:sym typeface="Consolas"/>
            </a:endParaRPr>
          </a:p>
          <a:p>
            <a:pPr marL="457200" lvl="0" indent="0" algn="l" rtl="0">
              <a:spcBef>
                <a:spcPts val="0"/>
              </a:spcBef>
              <a:spcAft>
                <a:spcPts val="0"/>
              </a:spcAft>
              <a:buNone/>
            </a:pPr>
            <a:r>
              <a:rPr lang="en" sz="1800">
                <a:solidFill>
                  <a:schemeClr val="dk1"/>
                </a:solidFill>
                <a:latin typeface="Consolas"/>
                <a:ea typeface="Consolas"/>
                <a:cs typeface="Consolas"/>
                <a:sym typeface="Consolas"/>
              </a:rPr>
              <a:t>    android:text="@string/button_send"</a:t>
            </a:r>
            <a:endParaRPr sz="1800">
              <a:solidFill>
                <a:schemeClr val="dk1"/>
              </a:solidFill>
              <a:latin typeface="Consolas"/>
              <a:ea typeface="Consolas"/>
              <a:cs typeface="Consolas"/>
              <a:sym typeface="Consolas"/>
            </a:endParaRPr>
          </a:p>
          <a:p>
            <a:pPr marL="457200" lvl="0" indent="0" algn="l" rtl="0">
              <a:spcBef>
                <a:spcPts val="0"/>
              </a:spcBef>
              <a:spcAft>
                <a:spcPts val="0"/>
              </a:spcAft>
              <a:buNone/>
            </a:pPr>
            <a:r>
              <a:rPr lang="en" sz="1800">
                <a:solidFill>
                  <a:schemeClr val="dk1"/>
                </a:solidFill>
                <a:latin typeface="Consolas"/>
                <a:ea typeface="Consolas"/>
                <a:cs typeface="Consolas"/>
                <a:sym typeface="Consolas"/>
              </a:rPr>
              <a:t>    </a:t>
            </a:r>
            <a:r>
              <a:rPr lang="en" sz="1800" b="1">
                <a:solidFill>
                  <a:schemeClr val="dk1"/>
                </a:solidFill>
                <a:latin typeface="Consolas"/>
                <a:ea typeface="Consolas"/>
                <a:cs typeface="Consolas"/>
                <a:sym typeface="Consolas"/>
              </a:rPr>
              <a:t>android:onClick="sendMessage"</a:t>
            </a:r>
            <a:r>
              <a:rPr lang="en" sz="1800">
                <a:solidFill>
                  <a:schemeClr val="dk1"/>
                </a:solidFill>
                <a:latin typeface="Consolas"/>
                <a:ea typeface="Consolas"/>
                <a:cs typeface="Consolas"/>
                <a:sym typeface="Consolas"/>
              </a:rPr>
              <a:t> /&gt;</a:t>
            </a:r>
            <a:endParaRPr sz="1800"/>
          </a:p>
          <a:p>
            <a:pPr marL="0" marR="0" lvl="0" indent="0" algn="l" rtl="0">
              <a:lnSpc>
                <a:spcPct val="115000"/>
              </a:lnSpc>
              <a:spcBef>
                <a:spcPts val="1000"/>
              </a:spcBef>
              <a:spcAft>
                <a:spcPts val="0"/>
              </a:spcAft>
              <a:buNone/>
            </a:pPr>
            <a:endParaRPr sz="1800"/>
          </a:p>
          <a:p>
            <a:pPr marL="457200" lvl="0" indent="0" algn="l" rtl="0">
              <a:lnSpc>
                <a:spcPct val="100000"/>
              </a:lnSpc>
              <a:spcBef>
                <a:spcPts val="0"/>
              </a:spcBef>
              <a:spcAft>
                <a:spcPts val="0"/>
              </a:spcAft>
              <a:buNone/>
            </a:pPr>
            <a:r>
              <a:rPr lang="en" sz="1400">
                <a:solidFill>
                  <a:schemeClr val="dk1"/>
                </a:solidFill>
                <a:latin typeface="Consolas"/>
                <a:ea typeface="Consolas"/>
                <a:cs typeface="Consolas"/>
                <a:sym typeface="Consolas"/>
              </a:rPr>
              <a:t>        </a:t>
            </a:r>
            <a:endParaRPr sz="1400">
              <a:solidFill>
                <a:schemeClr val="dk1"/>
              </a:solidFill>
              <a:latin typeface="Consolas"/>
              <a:ea typeface="Consolas"/>
              <a:cs typeface="Consolas"/>
              <a:sym typeface="Consolas"/>
            </a:endParaRPr>
          </a:p>
          <a:p>
            <a:pPr marL="457200" lvl="0" indent="0" algn="l" rtl="0">
              <a:spcBef>
                <a:spcPts val="0"/>
              </a:spcBef>
              <a:spcAft>
                <a:spcPts val="1000"/>
              </a:spcAft>
              <a:buNone/>
            </a:pPr>
            <a:endParaRPr sz="1400">
              <a:solidFill>
                <a:schemeClr val="dk1"/>
              </a:solidFill>
              <a:latin typeface="Consolas"/>
              <a:ea typeface="Consolas"/>
              <a:cs typeface="Consolas"/>
              <a:sym typeface="Consolas"/>
            </a:endParaRPr>
          </a:p>
        </p:txBody>
      </p:sp>
      <p:sp>
        <p:nvSpPr>
          <p:cNvPr id="277" name="Google Shape;277;p49"/>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a:t>
            </a:fld>
            <a:endParaRPr/>
          </a:p>
        </p:txBody>
      </p:sp>
      <p:sp>
        <p:nvSpPr>
          <p:cNvPr id="278" name="Google Shape;278;p49"/>
          <p:cNvSpPr/>
          <p:nvPr/>
        </p:nvSpPr>
        <p:spPr>
          <a:xfrm>
            <a:off x="6535100" y="2518875"/>
            <a:ext cx="2372700" cy="539100"/>
          </a:xfrm>
          <a:prstGeom prst="roundRect">
            <a:avLst>
              <a:gd name="adj" fmla="val 16667"/>
            </a:avLst>
          </a:prstGeom>
          <a:solidFill>
            <a:srgbClr val="FFFFF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Roboto"/>
                <a:ea typeface="Roboto"/>
                <a:cs typeface="Roboto"/>
                <a:sym typeface="Roboto"/>
              </a:rPr>
              <a:t>android:onClick</a:t>
            </a:r>
            <a:endParaRPr sz="1800">
              <a:latin typeface="Consolas"/>
              <a:ea typeface="Consolas"/>
              <a:cs typeface="Consolas"/>
              <a:sym typeface="Consolas"/>
            </a:endParaRPr>
          </a:p>
        </p:txBody>
      </p:sp>
      <p:cxnSp>
        <p:nvCxnSpPr>
          <p:cNvPr id="279" name="Google Shape;279;p49"/>
          <p:cNvCxnSpPr>
            <a:stCxn id="278" idx="2"/>
          </p:cNvCxnSpPr>
          <p:nvPr/>
        </p:nvCxnSpPr>
        <p:spPr>
          <a:xfrm rot="5400000">
            <a:off x="6151700" y="2361225"/>
            <a:ext cx="873000" cy="2266500"/>
          </a:xfrm>
          <a:prstGeom prst="bentConnector2">
            <a:avLst/>
          </a:prstGeom>
          <a:noFill/>
          <a:ln w="19050" cap="flat" cmpd="sng">
            <a:solidFill>
              <a:srgbClr val="595959"/>
            </a:solidFill>
            <a:prstDash val="solid"/>
            <a:round/>
            <a:headEnd type="none" w="med" len="med"/>
            <a:tailEnd type="triangl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83"/>
        <p:cNvGrpSpPr/>
        <p:nvPr/>
      </p:nvGrpSpPr>
      <p:grpSpPr>
        <a:xfrm>
          <a:off x="0" y="0"/>
          <a:ext cx="0" cy="0"/>
          <a:chOff x="0" y="0"/>
          <a:chExt cx="0" cy="0"/>
        </a:xfrm>
      </p:grpSpPr>
      <p:sp>
        <p:nvSpPr>
          <p:cNvPr id="284" name="Google Shape;284;p50"/>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Setting listener with onClick callback</a:t>
            </a:r>
            <a:endParaRPr/>
          </a:p>
        </p:txBody>
      </p:sp>
      <p:sp>
        <p:nvSpPr>
          <p:cNvPr id="285" name="Google Shape;285;p50"/>
          <p:cNvSpPr txBox="1">
            <a:spLocks noGrp="1"/>
          </p:cNvSpPr>
          <p:nvPr>
            <p:ph type="body" idx="1"/>
          </p:nvPr>
        </p:nvSpPr>
        <p:spPr>
          <a:xfrm>
            <a:off x="311700" y="1152475"/>
            <a:ext cx="8709300" cy="329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2000">
                <a:solidFill>
                  <a:srgbClr val="000000"/>
                </a:solidFill>
                <a:latin typeface="Consolas"/>
                <a:ea typeface="Consolas"/>
                <a:cs typeface="Consolas"/>
                <a:sym typeface="Consolas"/>
              </a:rPr>
              <a:t>Button button = findViewById(R.id.button);</a:t>
            </a:r>
            <a:endParaRPr sz="2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endParaRPr sz="2000">
              <a:solidFill>
                <a:srgbClr val="000000"/>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2000">
                <a:solidFill>
                  <a:schemeClr val="dk1"/>
                </a:solidFill>
                <a:latin typeface="Consolas"/>
                <a:ea typeface="Consolas"/>
                <a:cs typeface="Consolas"/>
                <a:sym typeface="Consolas"/>
              </a:rPr>
              <a:t>button.setOnClickListener(new View.</a:t>
            </a:r>
            <a:r>
              <a:rPr lang="en" sz="2000" u="sng">
                <a:solidFill>
                  <a:schemeClr val="hlink"/>
                </a:solidFill>
                <a:latin typeface="Consolas"/>
                <a:ea typeface="Consolas"/>
                <a:cs typeface="Consolas"/>
                <a:sym typeface="Consolas"/>
                <a:hlinkClick r:id="rId3"/>
              </a:rPr>
              <a:t>OnClickListener</a:t>
            </a:r>
            <a:r>
              <a:rPr lang="en" sz="2000">
                <a:solidFill>
                  <a:schemeClr val="dk1"/>
                </a:solidFill>
                <a:latin typeface="Consolas"/>
                <a:ea typeface="Consolas"/>
                <a:cs typeface="Consolas"/>
                <a:sym typeface="Consolas"/>
              </a:rPr>
              <a:t>() {</a:t>
            </a:r>
            <a:endParaRPr sz="2000">
              <a:solidFill>
                <a:schemeClr val="dk1"/>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2000">
                <a:solidFill>
                  <a:schemeClr val="dk1"/>
                </a:solidFill>
                <a:latin typeface="Consolas"/>
                <a:ea typeface="Consolas"/>
                <a:cs typeface="Consolas"/>
                <a:sym typeface="Consolas"/>
              </a:rPr>
              <a:t>    public void onClick(View v) {</a:t>
            </a:r>
            <a:endParaRPr sz="2000">
              <a:solidFill>
                <a:schemeClr val="dk1"/>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2000">
                <a:solidFill>
                  <a:schemeClr val="dk1"/>
                </a:solidFill>
                <a:latin typeface="Consolas"/>
                <a:ea typeface="Consolas"/>
                <a:cs typeface="Consolas"/>
                <a:sym typeface="Consolas"/>
              </a:rPr>
              <a:t>        // Do something in response to button click</a:t>
            </a:r>
            <a:endParaRPr sz="2000">
              <a:solidFill>
                <a:schemeClr val="dk1"/>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2000">
                <a:solidFill>
                  <a:schemeClr val="dk1"/>
                </a:solidFill>
                <a:latin typeface="Consolas"/>
                <a:ea typeface="Consolas"/>
                <a:cs typeface="Consolas"/>
                <a:sym typeface="Consolas"/>
              </a:rPr>
              <a:t>    }</a:t>
            </a:r>
            <a:endParaRPr sz="2000">
              <a:solidFill>
                <a:schemeClr val="dk1"/>
              </a:solidFill>
              <a:latin typeface="Consolas"/>
              <a:ea typeface="Consolas"/>
              <a:cs typeface="Consolas"/>
              <a:sym typeface="Consolas"/>
            </a:endParaRPr>
          </a:p>
          <a:p>
            <a:pPr marL="0" lvl="0" indent="0" algn="l" rtl="0">
              <a:spcBef>
                <a:spcPts val="0"/>
              </a:spcBef>
              <a:spcAft>
                <a:spcPts val="1000"/>
              </a:spcAft>
              <a:buClr>
                <a:schemeClr val="dk1"/>
              </a:buClr>
              <a:buSzPts val="1100"/>
              <a:buFont typeface="Arial"/>
              <a:buNone/>
            </a:pPr>
            <a:r>
              <a:rPr lang="en" sz="2000">
                <a:solidFill>
                  <a:schemeClr val="dk1"/>
                </a:solidFill>
                <a:latin typeface="Consolas"/>
                <a:ea typeface="Consolas"/>
                <a:cs typeface="Consolas"/>
                <a:sym typeface="Consolas"/>
              </a:rPr>
              <a:t>});</a:t>
            </a:r>
            <a:endParaRPr sz="2000"/>
          </a:p>
        </p:txBody>
      </p:sp>
      <p:sp>
        <p:nvSpPr>
          <p:cNvPr id="286" name="Google Shape;286;p50"/>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51"/>
          <p:cNvSpPr txBox="1">
            <a:spLocks noGrp="1"/>
          </p:cNvSpPr>
          <p:nvPr>
            <p:ph type="title"/>
          </p:nvPr>
        </p:nvSpPr>
        <p:spPr>
          <a:xfrm>
            <a:off x="265500" y="1614175"/>
            <a:ext cx="4045200" cy="1482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a:p>
          <a:p>
            <a:pPr marL="0" lvl="0" indent="0" algn="ctr" rtl="0">
              <a:spcBef>
                <a:spcPts val="0"/>
              </a:spcBef>
              <a:spcAft>
                <a:spcPts val="0"/>
              </a:spcAft>
              <a:buNone/>
            </a:pPr>
            <a:endParaRPr/>
          </a:p>
          <a:p>
            <a:pPr marL="0" lvl="0" indent="0" algn="ctr" rtl="0">
              <a:spcBef>
                <a:spcPts val="0"/>
              </a:spcBef>
              <a:spcAft>
                <a:spcPts val="0"/>
              </a:spcAft>
              <a:buNone/>
            </a:pPr>
            <a:r>
              <a:rPr lang="en"/>
              <a:t>Clickable images</a:t>
            </a:r>
            <a:endParaRPr/>
          </a:p>
        </p:txBody>
      </p:sp>
      <p:sp>
        <p:nvSpPr>
          <p:cNvPr id="292" name="Google Shape;292;p51"/>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51"/>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97"/>
        <p:cNvGrpSpPr/>
        <p:nvPr/>
      </p:nvGrpSpPr>
      <p:grpSpPr>
        <a:xfrm>
          <a:off x="0" y="0"/>
          <a:ext cx="0" cy="0"/>
          <a:chOff x="0" y="0"/>
          <a:chExt cx="0" cy="0"/>
        </a:xfrm>
      </p:grpSpPr>
      <p:sp>
        <p:nvSpPr>
          <p:cNvPr id="298" name="Google Shape;298;p52"/>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ImageView</a:t>
            </a:r>
            <a:endParaRPr/>
          </a:p>
        </p:txBody>
      </p:sp>
      <p:sp>
        <p:nvSpPr>
          <p:cNvPr id="299" name="Google Shape;299;p52"/>
          <p:cNvSpPr txBox="1">
            <a:spLocks noGrp="1"/>
          </p:cNvSpPr>
          <p:nvPr>
            <p:ph type="body" idx="1"/>
          </p:nvPr>
        </p:nvSpPr>
        <p:spPr>
          <a:xfrm>
            <a:off x="311700" y="1152475"/>
            <a:ext cx="8709300" cy="2073900"/>
          </a:xfrm>
          <a:prstGeom prst="rect">
            <a:avLst/>
          </a:prstGeom>
        </p:spPr>
        <p:txBody>
          <a:bodyPr spcFirstLastPara="1" wrap="square" lIns="91425" tIns="91425" rIns="91425" bIns="91425" anchor="t" anchorCtr="0">
            <a:noAutofit/>
          </a:bodyPr>
          <a:lstStyle/>
          <a:p>
            <a:pPr marL="457200" marR="0" lvl="0" indent="-381000" algn="l" rtl="0">
              <a:lnSpc>
                <a:spcPct val="115000"/>
              </a:lnSpc>
              <a:spcBef>
                <a:spcPts val="0"/>
              </a:spcBef>
              <a:spcAft>
                <a:spcPts val="0"/>
              </a:spcAft>
              <a:buClr>
                <a:srgbClr val="333333"/>
              </a:buClr>
              <a:buSzPts val="2400"/>
              <a:buChar char="●"/>
            </a:pPr>
            <a:r>
              <a:rPr lang="en">
                <a:solidFill>
                  <a:srgbClr val="333333"/>
                </a:solidFill>
                <a:highlight>
                  <a:srgbClr val="FFFFFF"/>
                </a:highlight>
                <a:latin typeface="Consolas"/>
                <a:ea typeface="Consolas"/>
                <a:cs typeface="Consolas"/>
                <a:sym typeface="Consolas"/>
              </a:rPr>
              <a:t>ImageView</a:t>
            </a:r>
            <a:r>
              <a:rPr lang="en">
                <a:solidFill>
                  <a:srgbClr val="333333"/>
                </a:solidFill>
                <a:highlight>
                  <a:srgbClr val="FFFFFF"/>
                </a:highlight>
              </a:rPr>
              <a:t> with </a:t>
            </a:r>
            <a:r>
              <a:rPr lang="en">
                <a:solidFill>
                  <a:srgbClr val="333333"/>
                </a:solidFill>
                <a:highlight>
                  <a:srgbClr val="FFFFFF"/>
                </a:highlight>
                <a:latin typeface="Consolas"/>
                <a:ea typeface="Consolas"/>
                <a:cs typeface="Consolas"/>
                <a:sym typeface="Consolas"/>
              </a:rPr>
              <a:t>android:onClick</a:t>
            </a:r>
            <a:r>
              <a:rPr lang="en">
                <a:solidFill>
                  <a:srgbClr val="333333"/>
                </a:solidFill>
                <a:highlight>
                  <a:srgbClr val="FFFFFF"/>
                </a:highlight>
              </a:rPr>
              <a:t> attribute</a:t>
            </a:r>
            <a:endParaRPr>
              <a:solidFill>
                <a:srgbClr val="333333"/>
              </a:solidFill>
              <a:highlight>
                <a:srgbClr val="FFFFFF"/>
              </a:highlight>
            </a:endParaRPr>
          </a:p>
          <a:p>
            <a:pPr marL="457200" lvl="0" indent="-381000" algn="l" rtl="0">
              <a:spcBef>
                <a:spcPts val="1000"/>
              </a:spcBef>
              <a:spcAft>
                <a:spcPts val="0"/>
              </a:spcAft>
              <a:buClr>
                <a:srgbClr val="333333"/>
              </a:buClr>
              <a:buSzPts val="2400"/>
              <a:buChar char="●"/>
            </a:pPr>
            <a:r>
              <a:rPr lang="en">
                <a:solidFill>
                  <a:srgbClr val="333333"/>
                </a:solidFill>
                <a:highlight>
                  <a:srgbClr val="FFFFFF"/>
                </a:highlight>
              </a:rPr>
              <a:t>Image for </a:t>
            </a:r>
            <a:r>
              <a:rPr lang="en">
                <a:solidFill>
                  <a:srgbClr val="333333"/>
                </a:solidFill>
                <a:highlight>
                  <a:srgbClr val="FFFFFF"/>
                </a:highlight>
                <a:latin typeface="Consolas"/>
                <a:ea typeface="Consolas"/>
                <a:cs typeface="Consolas"/>
                <a:sym typeface="Consolas"/>
              </a:rPr>
              <a:t>ImageView</a:t>
            </a:r>
            <a:r>
              <a:rPr lang="en">
                <a:solidFill>
                  <a:srgbClr val="333333"/>
                </a:solidFill>
                <a:highlight>
                  <a:srgbClr val="FFFFFF"/>
                </a:highlight>
              </a:rPr>
              <a:t> in </a:t>
            </a:r>
            <a:r>
              <a:rPr lang="en" b="1">
                <a:solidFill>
                  <a:srgbClr val="333333"/>
                </a:solidFill>
                <a:highlight>
                  <a:srgbClr val="FFFFFF"/>
                </a:highlight>
                <a:latin typeface="Arial"/>
                <a:ea typeface="Arial"/>
                <a:cs typeface="Arial"/>
                <a:sym typeface="Arial"/>
              </a:rPr>
              <a:t>app&gt;src&gt;main&gt;res&gt;drawable</a:t>
            </a:r>
            <a:r>
              <a:rPr lang="en">
                <a:solidFill>
                  <a:srgbClr val="333333"/>
                </a:solidFill>
                <a:highlight>
                  <a:srgbClr val="FFFFFF"/>
                </a:highlight>
              </a:rPr>
              <a:t> folder in project</a:t>
            </a:r>
            <a:endParaRPr>
              <a:solidFill>
                <a:srgbClr val="333333"/>
              </a:solidFill>
            </a:endParaRPr>
          </a:p>
        </p:txBody>
      </p:sp>
      <p:sp>
        <p:nvSpPr>
          <p:cNvPr id="300" name="Google Shape;300;p52"/>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pic>
        <p:nvPicPr>
          <p:cNvPr id="301" name="Google Shape;301;p52"/>
          <p:cNvPicPr preferRelativeResize="0"/>
          <p:nvPr/>
        </p:nvPicPr>
        <p:blipFill>
          <a:blip r:embed="rId3">
            <a:alphaModFix/>
          </a:blip>
          <a:stretch>
            <a:fillRect/>
          </a:stretch>
        </p:blipFill>
        <p:spPr>
          <a:xfrm>
            <a:off x="3613425" y="2660000"/>
            <a:ext cx="1917143" cy="16123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305"/>
        <p:cNvGrpSpPr/>
        <p:nvPr/>
      </p:nvGrpSpPr>
      <p:grpSpPr>
        <a:xfrm>
          <a:off x="0" y="0"/>
          <a:ext cx="0" cy="0"/>
          <a:chOff x="0" y="0"/>
          <a:chExt cx="0" cy="0"/>
        </a:xfrm>
      </p:grpSpPr>
      <p:sp>
        <p:nvSpPr>
          <p:cNvPr id="306" name="Google Shape;306;p53"/>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Responding to ImageView taps</a:t>
            </a:r>
            <a:endParaRPr/>
          </a:p>
        </p:txBody>
      </p:sp>
      <p:sp>
        <p:nvSpPr>
          <p:cNvPr id="307" name="Google Shape;307;p53"/>
          <p:cNvSpPr txBox="1">
            <a:spLocks noGrp="1"/>
          </p:cNvSpPr>
          <p:nvPr>
            <p:ph type="body" idx="1"/>
          </p:nvPr>
        </p:nvSpPr>
        <p:spPr>
          <a:xfrm>
            <a:off x="311700" y="1152475"/>
            <a:ext cx="8709300" cy="3353700"/>
          </a:xfrm>
          <a:prstGeom prst="rect">
            <a:avLst/>
          </a:prstGeom>
        </p:spPr>
        <p:txBody>
          <a:bodyPr spcFirstLastPara="1" wrap="square" lIns="91425" tIns="91425" rIns="91425" bIns="91425" anchor="t" anchorCtr="0">
            <a:noAutofit/>
          </a:bodyPr>
          <a:lstStyle/>
          <a:p>
            <a:pPr marL="457200" marR="0" lvl="0" indent="-381000" algn="l" rtl="0">
              <a:lnSpc>
                <a:spcPct val="115000"/>
              </a:lnSpc>
              <a:spcBef>
                <a:spcPts val="0"/>
              </a:spcBef>
              <a:spcAft>
                <a:spcPts val="0"/>
              </a:spcAft>
              <a:buClr>
                <a:srgbClr val="424242"/>
              </a:buClr>
              <a:buSzPts val="2400"/>
              <a:buChar char="●"/>
            </a:pPr>
            <a:r>
              <a:rPr lang="en" i="1"/>
              <a:t>In your code</a:t>
            </a:r>
            <a:r>
              <a:rPr lang="en"/>
              <a:t>: Use </a:t>
            </a:r>
            <a:r>
              <a:rPr lang="en">
                <a:latin typeface="Consolas"/>
                <a:ea typeface="Consolas"/>
                <a:cs typeface="Consolas"/>
                <a:sym typeface="Consolas"/>
              </a:rPr>
              <a:t>OnClickListener</a:t>
            </a:r>
            <a:r>
              <a:rPr lang="en"/>
              <a:t> event listener.</a:t>
            </a:r>
            <a:endParaRPr/>
          </a:p>
          <a:p>
            <a:pPr marL="457200" marR="0" lvl="0" indent="-381000" algn="l" rtl="0">
              <a:lnSpc>
                <a:spcPct val="115000"/>
              </a:lnSpc>
              <a:spcBef>
                <a:spcPts val="0"/>
              </a:spcBef>
              <a:spcAft>
                <a:spcPts val="0"/>
              </a:spcAft>
              <a:buClr>
                <a:srgbClr val="424242"/>
              </a:buClr>
              <a:buSzPts val="2400"/>
              <a:buChar char="●"/>
            </a:pPr>
            <a:r>
              <a:rPr lang="en" i="1"/>
              <a:t>In XML</a:t>
            </a:r>
            <a:r>
              <a:rPr lang="en"/>
              <a:t>: use </a:t>
            </a:r>
            <a:r>
              <a:rPr lang="en">
                <a:latin typeface="Consolas"/>
                <a:ea typeface="Consolas"/>
                <a:cs typeface="Consolas"/>
                <a:sym typeface="Consolas"/>
              </a:rPr>
              <a:t>android:onClick</a:t>
            </a:r>
            <a:r>
              <a:rPr lang="en"/>
              <a:t> attribute in the XML layout:</a:t>
            </a:r>
            <a:endParaRPr/>
          </a:p>
          <a:p>
            <a:pPr marL="457200" lvl="0" indent="0" algn="l" rtl="0">
              <a:spcBef>
                <a:spcPts val="0"/>
              </a:spcBef>
              <a:spcAft>
                <a:spcPts val="0"/>
              </a:spcAft>
              <a:buNone/>
            </a:pPr>
            <a:endParaRPr sz="1800">
              <a:solidFill>
                <a:schemeClr val="dk1"/>
              </a:solidFill>
              <a:latin typeface="Consolas"/>
              <a:ea typeface="Consolas"/>
              <a:cs typeface="Consolas"/>
              <a:sym typeface="Consolas"/>
            </a:endParaRPr>
          </a:p>
          <a:p>
            <a:pPr marL="457200" lvl="0" indent="0" algn="l" rtl="0">
              <a:spcBef>
                <a:spcPts val="0"/>
              </a:spcBef>
              <a:spcAft>
                <a:spcPts val="0"/>
              </a:spcAft>
              <a:buNone/>
            </a:pPr>
            <a:r>
              <a:rPr lang="en" sz="1800">
                <a:solidFill>
                  <a:schemeClr val="dk1"/>
                </a:solidFill>
                <a:latin typeface="Consolas"/>
                <a:ea typeface="Consolas"/>
                <a:cs typeface="Consolas"/>
                <a:sym typeface="Consolas"/>
              </a:rPr>
              <a:t>&lt;ImageView</a:t>
            </a:r>
            <a:endParaRPr sz="1800">
              <a:solidFill>
                <a:schemeClr val="dk1"/>
              </a:solidFill>
              <a:latin typeface="Consolas"/>
              <a:ea typeface="Consolas"/>
              <a:cs typeface="Consolas"/>
              <a:sym typeface="Consolas"/>
            </a:endParaRPr>
          </a:p>
          <a:p>
            <a:pPr marL="457200" lvl="0" indent="0" algn="l" rtl="0">
              <a:spcBef>
                <a:spcPts val="0"/>
              </a:spcBef>
              <a:spcAft>
                <a:spcPts val="0"/>
              </a:spcAft>
              <a:buNone/>
            </a:pPr>
            <a:r>
              <a:rPr lang="en" sz="1800">
                <a:solidFill>
                  <a:schemeClr val="dk1"/>
                </a:solidFill>
                <a:latin typeface="Consolas"/>
                <a:ea typeface="Consolas"/>
                <a:cs typeface="Consolas"/>
                <a:sym typeface="Consolas"/>
              </a:rPr>
              <a:t>      android:layout_width="wrap_content"</a:t>
            </a:r>
            <a:endParaRPr sz="1800">
              <a:solidFill>
                <a:schemeClr val="dk1"/>
              </a:solidFill>
              <a:latin typeface="Consolas"/>
              <a:ea typeface="Consolas"/>
              <a:cs typeface="Consolas"/>
              <a:sym typeface="Consolas"/>
            </a:endParaRPr>
          </a:p>
          <a:p>
            <a:pPr marL="457200" lvl="0" indent="0" algn="l" rtl="0">
              <a:spcBef>
                <a:spcPts val="0"/>
              </a:spcBef>
              <a:spcAft>
                <a:spcPts val="0"/>
              </a:spcAft>
              <a:buNone/>
            </a:pPr>
            <a:r>
              <a:rPr lang="en" sz="1800">
                <a:solidFill>
                  <a:schemeClr val="dk1"/>
                </a:solidFill>
                <a:latin typeface="Consolas"/>
                <a:ea typeface="Consolas"/>
                <a:cs typeface="Consolas"/>
                <a:sym typeface="Consolas"/>
              </a:rPr>
              <a:t>      android:layout_height="wrap_content"</a:t>
            </a:r>
            <a:endParaRPr sz="1800">
              <a:solidFill>
                <a:schemeClr val="dk1"/>
              </a:solidFill>
              <a:latin typeface="Consolas"/>
              <a:ea typeface="Consolas"/>
              <a:cs typeface="Consolas"/>
              <a:sym typeface="Consolas"/>
            </a:endParaRPr>
          </a:p>
          <a:p>
            <a:pPr marL="457200" lvl="0" indent="0" algn="l" rtl="0">
              <a:spcBef>
                <a:spcPts val="0"/>
              </a:spcBef>
              <a:spcAft>
                <a:spcPts val="0"/>
              </a:spcAft>
              <a:buNone/>
            </a:pPr>
            <a:r>
              <a:rPr lang="en" sz="1800">
                <a:solidFill>
                  <a:schemeClr val="dk1"/>
                </a:solidFill>
                <a:latin typeface="Consolas"/>
                <a:ea typeface="Consolas"/>
                <a:cs typeface="Consolas"/>
                <a:sym typeface="Consolas"/>
              </a:rPr>
              <a:t>      android:src="@drawable/donut_circle"</a:t>
            </a:r>
            <a:endParaRPr sz="1800">
              <a:solidFill>
                <a:schemeClr val="dk1"/>
              </a:solidFill>
              <a:latin typeface="Consolas"/>
              <a:ea typeface="Consolas"/>
              <a:cs typeface="Consolas"/>
              <a:sym typeface="Consolas"/>
            </a:endParaRPr>
          </a:p>
          <a:p>
            <a:pPr marL="457200" lvl="0" indent="0" algn="l" rtl="0">
              <a:spcBef>
                <a:spcPts val="0"/>
              </a:spcBef>
              <a:spcAft>
                <a:spcPts val="0"/>
              </a:spcAft>
              <a:buNone/>
            </a:pPr>
            <a:r>
              <a:rPr lang="en" sz="1800">
                <a:solidFill>
                  <a:schemeClr val="dk1"/>
                </a:solidFill>
                <a:latin typeface="Consolas"/>
                <a:ea typeface="Consolas"/>
                <a:cs typeface="Consolas"/>
                <a:sym typeface="Consolas"/>
              </a:rPr>
              <a:t>      </a:t>
            </a:r>
            <a:r>
              <a:rPr lang="en" sz="1800" b="1">
                <a:solidFill>
                  <a:schemeClr val="dk1"/>
                </a:solidFill>
                <a:latin typeface="Consolas"/>
                <a:ea typeface="Consolas"/>
                <a:cs typeface="Consolas"/>
                <a:sym typeface="Consolas"/>
              </a:rPr>
              <a:t>android:onClick="orderDonut"</a:t>
            </a:r>
            <a:r>
              <a:rPr lang="en" sz="1800">
                <a:solidFill>
                  <a:schemeClr val="dk1"/>
                </a:solidFill>
                <a:latin typeface="Consolas"/>
                <a:ea typeface="Consolas"/>
                <a:cs typeface="Consolas"/>
                <a:sym typeface="Consolas"/>
              </a:rPr>
              <a:t>/&gt;</a:t>
            </a:r>
            <a:endParaRPr sz="1800">
              <a:solidFill>
                <a:schemeClr val="dk1"/>
              </a:solidFill>
              <a:latin typeface="Consolas"/>
              <a:ea typeface="Consolas"/>
              <a:cs typeface="Consolas"/>
              <a:sym typeface="Consolas"/>
            </a:endParaRPr>
          </a:p>
          <a:p>
            <a:pPr marL="457200" lvl="0" indent="0" algn="l" rtl="0">
              <a:spcBef>
                <a:spcPts val="0"/>
              </a:spcBef>
              <a:spcAft>
                <a:spcPts val="0"/>
              </a:spcAft>
              <a:buNone/>
            </a:pPr>
            <a:endParaRPr sz="1800">
              <a:solidFill>
                <a:schemeClr val="dk1"/>
              </a:solidFill>
              <a:latin typeface="Consolas"/>
              <a:ea typeface="Consolas"/>
              <a:cs typeface="Consolas"/>
              <a:sym typeface="Consolas"/>
            </a:endParaRPr>
          </a:p>
          <a:p>
            <a:pPr marL="457200" lvl="0" indent="0" algn="l" rtl="0">
              <a:spcBef>
                <a:spcPts val="0"/>
              </a:spcBef>
              <a:spcAft>
                <a:spcPts val="0"/>
              </a:spcAft>
              <a:buNone/>
            </a:pPr>
            <a:endParaRPr sz="1800">
              <a:solidFill>
                <a:schemeClr val="dk1"/>
              </a:solidFill>
              <a:latin typeface="Consolas"/>
              <a:ea typeface="Consolas"/>
              <a:cs typeface="Consolas"/>
              <a:sym typeface="Consolas"/>
            </a:endParaRPr>
          </a:p>
          <a:p>
            <a:pPr marL="0" marR="0" lvl="0" indent="0" algn="l" rtl="0">
              <a:lnSpc>
                <a:spcPct val="115000"/>
              </a:lnSpc>
              <a:spcBef>
                <a:spcPts val="1000"/>
              </a:spcBef>
              <a:spcAft>
                <a:spcPts val="0"/>
              </a:spcAft>
              <a:buNone/>
            </a:pPr>
            <a:endParaRPr sz="1800"/>
          </a:p>
          <a:p>
            <a:pPr marL="457200" lvl="0" indent="0" algn="l" rtl="0">
              <a:lnSpc>
                <a:spcPct val="100000"/>
              </a:lnSpc>
              <a:spcBef>
                <a:spcPts val="0"/>
              </a:spcBef>
              <a:spcAft>
                <a:spcPts val="0"/>
              </a:spcAft>
              <a:buNone/>
            </a:pPr>
            <a:r>
              <a:rPr lang="en" sz="1400">
                <a:solidFill>
                  <a:schemeClr val="dk1"/>
                </a:solidFill>
                <a:latin typeface="Consolas"/>
                <a:ea typeface="Consolas"/>
                <a:cs typeface="Consolas"/>
                <a:sym typeface="Consolas"/>
              </a:rPr>
              <a:t>        </a:t>
            </a:r>
            <a:endParaRPr sz="1400">
              <a:solidFill>
                <a:schemeClr val="dk1"/>
              </a:solidFill>
              <a:latin typeface="Consolas"/>
              <a:ea typeface="Consolas"/>
              <a:cs typeface="Consolas"/>
              <a:sym typeface="Consolas"/>
            </a:endParaRPr>
          </a:p>
          <a:p>
            <a:pPr marL="457200" lvl="0" indent="0" algn="l" rtl="0">
              <a:spcBef>
                <a:spcPts val="0"/>
              </a:spcBef>
              <a:spcAft>
                <a:spcPts val="1000"/>
              </a:spcAft>
              <a:buNone/>
            </a:pPr>
            <a:endParaRPr sz="1400">
              <a:solidFill>
                <a:schemeClr val="dk1"/>
              </a:solidFill>
              <a:latin typeface="Consolas"/>
              <a:ea typeface="Consolas"/>
              <a:cs typeface="Consolas"/>
              <a:sym typeface="Consolas"/>
            </a:endParaRPr>
          </a:p>
        </p:txBody>
      </p:sp>
      <p:sp>
        <p:nvSpPr>
          <p:cNvPr id="308" name="Google Shape;308;p53"/>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14</a:t>
            </a:fld>
            <a:endParaRPr/>
          </a:p>
        </p:txBody>
      </p:sp>
      <p:sp>
        <p:nvSpPr>
          <p:cNvPr id="309" name="Google Shape;309;p53"/>
          <p:cNvSpPr/>
          <p:nvPr/>
        </p:nvSpPr>
        <p:spPr>
          <a:xfrm>
            <a:off x="6535100" y="2518875"/>
            <a:ext cx="2372700" cy="539100"/>
          </a:xfrm>
          <a:prstGeom prst="roundRect">
            <a:avLst>
              <a:gd name="adj" fmla="val 16667"/>
            </a:avLst>
          </a:prstGeom>
          <a:solidFill>
            <a:srgbClr val="FFFFF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Roboto"/>
                <a:ea typeface="Roboto"/>
                <a:cs typeface="Roboto"/>
                <a:sym typeface="Roboto"/>
              </a:rPr>
              <a:t>android:onClick</a:t>
            </a:r>
            <a:endParaRPr sz="1800">
              <a:latin typeface="Consolas"/>
              <a:ea typeface="Consolas"/>
              <a:cs typeface="Consolas"/>
              <a:sym typeface="Consolas"/>
            </a:endParaRPr>
          </a:p>
        </p:txBody>
      </p:sp>
      <p:cxnSp>
        <p:nvCxnSpPr>
          <p:cNvPr id="310" name="Google Shape;310;p53"/>
          <p:cNvCxnSpPr>
            <a:stCxn id="309" idx="2"/>
          </p:cNvCxnSpPr>
          <p:nvPr/>
        </p:nvCxnSpPr>
        <p:spPr>
          <a:xfrm rot="5400000">
            <a:off x="6201950" y="2298375"/>
            <a:ext cx="759900" cy="2279100"/>
          </a:xfrm>
          <a:prstGeom prst="bentConnector2">
            <a:avLst/>
          </a:prstGeom>
          <a:noFill/>
          <a:ln w="19050" cap="flat" cmpd="sng">
            <a:solidFill>
              <a:srgbClr val="595959"/>
            </a:solidFill>
            <a:prstDash val="solid"/>
            <a:round/>
            <a:headEnd type="none" w="med" len="med"/>
            <a:tailEnd type="triangle"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54"/>
          <p:cNvSpPr txBox="1">
            <a:spLocks noGrp="1"/>
          </p:cNvSpPr>
          <p:nvPr>
            <p:ph type="title"/>
          </p:nvPr>
        </p:nvSpPr>
        <p:spPr>
          <a:xfrm>
            <a:off x="265500" y="1614175"/>
            <a:ext cx="4045200" cy="1482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a:p>
          <a:p>
            <a:pPr marL="0" lvl="0" indent="0" algn="ctr" rtl="0">
              <a:spcBef>
                <a:spcPts val="0"/>
              </a:spcBef>
              <a:spcAft>
                <a:spcPts val="0"/>
              </a:spcAft>
              <a:buNone/>
            </a:pPr>
            <a:endParaRPr/>
          </a:p>
          <a:p>
            <a:pPr marL="0" lvl="0" indent="0" algn="ctr" rtl="0">
              <a:spcBef>
                <a:spcPts val="0"/>
              </a:spcBef>
              <a:spcAft>
                <a:spcPts val="0"/>
              </a:spcAft>
              <a:buNone/>
            </a:pPr>
            <a:r>
              <a:rPr lang="en"/>
              <a:t>Floating action button</a:t>
            </a:r>
            <a:endParaRPr/>
          </a:p>
        </p:txBody>
      </p:sp>
      <p:sp>
        <p:nvSpPr>
          <p:cNvPr id="316" name="Google Shape;316;p54"/>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54"/>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55"/>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Floating Action Buttons (FAB)</a:t>
            </a:r>
            <a:endParaRPr/>
          </a:p>
        </p:txBody>
      </p:sp>
      <p:sp>
        <p:nvSpPr>
          <p:cNvPr id="323" name="Google Shape;323;p55"/>
          <p:cNvSpPr txBox="1">
            <a:spLocks noGrp="1"/>
          </p:cNvSpPr>
          <p:nvPr>
            <p:ph type="body" idx="1"/>
          </p:nvPr>
        </p:nvSpPr>
        <p:spPr>
          <a:xfrm>
            <a:off x="311700" y="1152475"/>
            <a:ext cx="6346500" cy="3090000"/>
          </a:xfrm>
          <a:prstGeom prst="rect">
            <a:avLst/>
          </a:prstGeom>
        </p:spPr>
        <p:txBody>
          <a:bodyPr spcFirstLastPara="1" wrap="square" lIns="91425" tIns="91425" rIns="91425" bIns="91425" anchor="t" anchorCtr="0">
            <a:noAutofit/>
          </a:bodyPr>
          <a:lstStyle/>
          <a:p>
            <a:pPr marL="457200" lvl="0" indent="-381000" algn="l" rtl="0">
              <a:spcBef>
                <a:spcPts val="1000"/>
              </a:spcBef>
              <a:spcAft>
                <a:spcPts val="0"/>
              </a:spcAft>
              <a:buSzPts val="2400"/>
              <a:buChar char="●"/>
            </a:pPr>
            <a:r>
              <a:rPr lang="en"/>
              <a:t>Raised, circular, floats above layout</a:t>
            </a:r>
            <a:endParaRPr/>
          </a:p>
          <a:p>
            <a:pPr marL="457200" lvl="0" indent="-381000" algn="l" rtl="0">
              <a:spcBef>
                <a:spcPts val="0"/>
              </a:spcBef>
              <a:spcAft>
                <a:spcPts val="0"/>
              </a:spcAft>
              <a:buSzPts val="2400"/>
              <a:buChar char="●"/>
            </a:pPr>
            <a:r>
              <a:rPr lang="en"/>
              <a:t>Primary or "promoted" action for a screen</a:t>
            </a:r>
            <a:endParaRPr/>
          </a:p>
          <a:p>
            <a:pPr marL="457200" lvl="0" indent="-381000" algn="l" rtl="0">
              <a:spcBef>
                <a:spcPts val="0"/>
              </a:spcBef>
              <a:spcAft>
                <a:spcPts val="0"/>
              </a:spcAft>
              <a:buSzPts val="2400"/>
              <a:buChar char="●"/>
            </a:pPr>
            <a:r>
              <a:rPr lang="en"/>
              <a:t>One per screen</a:t>
            </a:r>
            <a:endParaRPr sz="1100">
              <a:solidFill>
                <a:schemeClr val="dk1"/>
              </a:solidFill>
              <a:latin typeface="Arial"/>
              <a:ea typeface="Arial"/>
              <a:cs typeface="Arial"/>
              <a:sym typeface="Arial"/>
            </a:endParaRPr>
          </a:p>
          <a:p>
            <a:pPr marL="0" lvl="0" indent="0" algn="l" rtl="0">
              <a:spcBef>
                <a:spcPts val="1000"/>
              </a:spcBef>
              <a:spcAft>
                <a:spcPts val="0"/>
              </a:spcAft>
              <a:buNone/>
            </a:pPr>
            <a:endParaRPr/>
          </a:p>
          <a:p>
            <a:pPr marL="0" lvl="0" indent="0" algn="l" rtl="0">
              <a:spcBef>
                <a:spcPts val="1000"/>
              </a:spcBef>
              <a:spcAft>
                <a:spcPts val="0"/>
              </a:spcAft>
              <a:buNone/>
            </a:pPr>
            <a:r>
              <a:rPr lang="en"/>
              <a:t>For example:</a:t>
            </a:r>
            <a:endParaRPr/>
          </a:p>
          <a:p>
            <a:pPr marL="0" lvl="0" indent="0" algn="l" rtl="0">
              <a:spcBef>
                <a:spcPts val="1000"/>
              </a:spcBef>
              <a:spcAft>
                <a:spcPts val="0"/>
              </a:spcAft>
              <a:buClr>
                <a:schemeClr val="dk1"/>
              </a:buClr>
              <a:buSzPts val="1100"/>
              <a:buFont typeface="Arial"/>
              <a:buNone/>
            </a:pPr>
            <a:r>
              <a:rPr lang="en" b="1"/>
              <a:t>Add Contact</a:t>
            </a:r>
            <a:r>
              <a:rPr lang="en"/>
              <a:t> button in Contacts app</a:t>
            </a:r>
            <a:endParaRPr/>
          </a:p>
        </p:txBody>
      </p:sp>
      <p:sp>
        <p:nvSpPr>
          <p:cNvPr id="324" name="Google Shape;324;p55"/>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16</a:t>
            </a:fld>
            <a:endParaRPr/>
          </a:p>
        </p:txBody>
      </p:sp>
      <p:pic>
        <p:nvPicPr>
          <p:cNvPr id="325" name="Google Shape;325;p55"/>
          <p:cNvPicPr preferRelativeResize="0"/>
          <p:nvPr/>
        </p:nvPicPr>
        <p:blipFill>
          <a:blip r:embed="rId3">
            <a:alphaModFix/>
          </a:blip>
          <a:stretch>
            <a:fillRect/>
          </a:stretch>
        </p:blipFill>
        <p:spPr>
          <a:xfrm>
            <a:off x="6658213" y="1098475"/>
            <a:ext cx="2409825" cy="3486150"/>
          </a:xfrm>
          <a:prstGeom prst="rect">
            <a:avLst/>
          </a:prstGeom>
          <a:noFill/>
          <a:ln w="9525" cap="flat" cmpd="sng">
            <a:solidFill>
              <a:srgbClr val="999999"/>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56"/>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Using FABs</a:t>
            </a:r>
            <a:endParaRPr/>
          </a:p>
        </p:txBody>
      </p:sp>
      <p:sp>
        <p:nvSpPr>
          <p:cNvPr id="331" name="Google Shape;331;p56"/>
          <p:cNvSpPr txBox="1">
            <a:spLocks noGrp="1"/>
          </p:cNvSpPr>
          <p:nvPr>
            <p:ph type="body" idx="1"/>
          </p:nvPr>
        </p:nvSpPr>
        <p:spPr>
          <a:xfrm>
            <a:off x="311700" y="1022600"/>
            <a:ext cx="8520600" cy="3558900"/>
          </a:xfrm>
          <a:prstGeom prst="rect">
            <a:avLst/>
          </a:prstGeom>
        </p:spPr>
        <p:txBody>
          <a:bodyPr spcFirstLastPara="1" wrap="square" lIns="91425" tIns="91425" rIns="91425" bIns="91425" anchor="t" anchorCtr="0">
            <a:noAutofit/>
          </a:bodyPr>
          <a:lstStyle/>
          <a:p>
            <a:pPr marL="457200" lvl="0" indent="-381000" algn="l" rtl="0">
              <a:spcBef>
                <a:spcPts val="1000"/>
              </a:spcBef>
              <a:spcAft>
                <a:spcPts val="0"/>
              </a:spcAft>
              <a:buSzPts val="2400"/>
              <a:buChar char="●"/>
            </a:pPr>
            <a:r>
              <a:rPr lang="en"/>
              <a:t>Start with Basic Activity template</a:t>
            </a:r>
            <a:endParaRPr/>
          </a:p>
          <a:p>
            <a:pPr marL="457200" lvl="0" indent="-381000" algn="l" rtl="0">
              <a:spcBef>
                <a:spcPts val="0"/>
              </a:spcBef>
              <a:spcAft>
                <a:spcPts val="0"/>
              </a:spcAft>
              <a:buSzPts val="2400"/>
              <a:buChar char="●"/>
            </a:pPr>
            <a:r>
              <a:rPr lang="en"/>
              <a:t>Layout:</a:t>
            </a:r>
            <a:endParaRPr sz="1800">
              <a:latin typeface="Consolas"/>
              <a:ea typeface="Consolas"/>
              <a:cs typeface="Consolas"/>
              <a:sym typeface="Consolas"/>
            </a:endParaRPr>
          </a:p>
          <a:p>
            <a:pPr marL="457200" lvl="0" indent="0" algn="l" rtl="0">
              <a:spcBef>
                <a:spcPts val="0"/>
              </a:spcBef>
              <a:spcAft>
                <a:spcPts val="0"/>
              </a:spcAft>
              <a:buNone/>
            </a:pPr>
            <a:r>
              <a:rPr lang="en" sz="1800">
                <a:solidFill>
                  <a:schemeClr val="dk1"/>
                </a:solidFill>
                <a:latin typeface="Consolas"/>
                <a:ea typeface="Consolas"/>
                <a:cs typeface="Consolas"/>
                <a:sym typeface="Consolas"/>
              </a:rPr>
              <a:t>&lt;</a:t>
            </a:r>
            <a:r>
              <a:rPr lang="en" sz="1800" b="1">
                <a:solidFill>
                  <a:schemeClr val="dk1"/>
                </a:solidFill>
                <a:latin typeface="Consolas"/>
                <a:ea typeface="Consolas"/>
                <a:cs typeface="Consolas"/>
                <a:sym typeface="Consolas"/>
              </a:rPr>
              <a:t>android.support.design.widget.FloatingActionButton</a:t>
            </a:r>
            <a:endParaRPr sz="1800" b="1">
              <a:solidFill>
                <a:schemeClr val="dk1"/>
              </a:solidFill>
              <a:latin typeface="Consolas"/>
              <a:ea typeface="Consolas"/>
              <a:cs typeface="Consolas"/>
              <a:sym typeface="Consolas"/>
            </a:endParaRPr>
          </a:p>
          <a:p>
            <a:pPr marL="457200" lvl="0" indent="0" algn="l" rtl="0">
              <a:spcBef>
                <a:spcPts val="0"/>
              </a:spcBef>
              <a:spcAft>
                <a:spcPts val="0"/>
              </a:spcAft>
              <a:buNone/>
            </a:pPr>
            <a:r>
              <a:rPr lang="en" sz="1800">
                <a:solidFill>
                  <a:schemeClr val="dk1"/>
                </a:solidFill>
                <a:latin typeface="Consolas"/>
                <a:ea typeface="Consolas"/>
                <a:cs typeface="Consolas"/>
                <a:sym typeface="Consolas"/>
              </a:rPr>
              <a:t>        android:id="@+id/fab"</a:t>
            </a:r>
            <a:endParaRPr sz="1800">
              <a:solidFill>
                <a:schemeClr val="dk1"/>
              </a:solidFill>
              <a:latin typeface="Consolas"/>
              <a:ea typeface="Consolas"/>
              <a:cs typeface="Consolas"/>
              <a:sym typeface="Consolas"/>
            </a:endParaRPr>
          </a:p>
          <a:p>
            <a:pPr marL="457200" lvl="0" indent="0" algn="l" rtl="0">
              <a:spcBef>
                <a:spcPts val="0"/>
              </a:spcBef>
              <a:spcAft>
                <a:spcPts val="0"/>
              </a:spcAft>
              <a:buNone/>
            </a:pPr>
            <a:r>
              <a:rPr lang="en" sz="1800">
                <a:solidFill>
                  <a:schemeClr val="dk1"/>
                </a:solidFill>
                <a:latin typeface="Consolas"/>
                <a:ea typeface="Consolas"/>
                <a:cs typeface="Consolas"/>
                <a:sym typeface="Consolas"/>
              </a:rPr>
              <a:t>        android:layout_gravity="bottom|end"</a:t>
            </a:r>
            <a:endParaRPr sz="1800">
              <a:solidFill>
                <a:schemeClr val="dk1"/>
              </a:solidFill>
              <a:latin typeface="Consolas"/>
              <a:ea typeface="Consolas"/>
              <a:cs typeface="Consolas"/>
              <a:sym typeface="Consolas"/>
            </a:endParaRPr>
          </a:p>
          <a:p>
            <a:pPr marL="457200" lvl="0" indent="0" algn="l" rtl="0">
              <a:spcBef>
                <a:spcPts val="0"/>
              </a:spcBef>
              <a:spcAft>
                <a:spcPts val="0"/>
              </a:spcAft>
              <a:buNone/>
            </a:pPr>
            <a:r>
              <a:rPr lang="en" sz="1800">
                <a:solidFill>
                  <a:schemeClr val="dk1"/>
                </a:solidFill>
                <a:latin typeface="Consolas"/>
                <a:ea typeface="Consolas"/>
                <a:cs typeface="Consolas"/>
                <a:sym typeface="Consolas"/>
              </a:rPr>
              <a:t>        android:layout_margin="@dimen/fab_margin"</a:t>
            </a:r>
            <a:endParaRPr sz="1800">
              <a:solidFill>
                <a:schemeClr val="dk1"/>
              </a:solidFill>
              <a:latin typeface="Consolas"/>
              <a:ea typeface="Consolas"/>
              <a:cs typeface="Consolas"/>
              <a:sym typeface="Consolas"/>
            </a:endParaRPr>
          </a:p>
          <a:p>
            <a:pPr marL="457200" lvl="0" indent="0" algn="l" rtl="0">
              <a:spcBef>
                <a:spcPts val="0"/>
              </a:spcBef>
              <a:spcAft>
                <a:spcPts val="0"/>
              </a:spcAft>
              <a:buNone/>
            </a:pPr>
            <a:r>
              <a:rPr lang="en" sz="1800">
                <a:solidFill>
                  <a:schemeClr val="dk1"/>
                </a:solidFill>
                <a:latin typeface="Consolas"/>
                <a:ea typeface="Consolas"/>
                <a:cs typeface="Consolas"/>
                <a:sym typeface="Consolas"/>
              </a:rPr>
              <a:t>        android:src="@drawable/ic_fab_chat_button_white" </a:t>
            </a:r>
            <a:endParaRPr sz="1800">
              <a:solidFill>
                <a:schemeClr val="dk1"/>
              </a:solidFill>
              <a:latin typeface="Consolas"/>
              <a:ea typeface="Consolas"/>
              <a:cs typeface="Consolas"/>
              <a:sym typeface="Consolas"/>
            </a:endParaRPr>
          </a:p>
          <a:p>
            <a:pPr marL="457200" lvl="0" indent="0" algn="l" rtl="0">
              <a:spcBef>
                <a:spcPts val="1000"/>
              </a:spcBef>
              <a:spcAft>
                <a:spcPts val="0"/>
              </a:spcAft>
              <a:buNone/>
            </a:pPr>
            <a:r>
              <a:rPr lang="en" sz="1800">
                <a:solidFill>
                  <a:schemeClr val="dk1"/>
                </a:solidFill>
                <a:latin typeface="Consolas"/>
                <a:ea typeface="Consolas"/>
                <a:cs typeface="Consolas"/>
                <a:sym typeface="Consolas"/>
              </a:rPr>
              <a:t>        .../&gt;</a:t>
            </a:r>
            <a:endParaRPr sz="1800">
              <a:solidFill>
                <a:schemeClr val="dk1"/>
              </a:solidFill>
              <a:latin typeface="Arial"/>
              <a:ea typeface="Arial"/>
              <a:cs typeface="Arial"/>
              <a:sym typeface="Arial"/>
            </a:endParaRPr>
          </a:p>
          <a:p>
            <a:pPr marL="457200" lvl="0" indent="0" algn="l" rtl="0">
              <a:lnSpc>
                <a:spcPct val="115000"/>
              </a:lnSpc>
              <a:spcBef>
                <a:spcPts val="1000"/>
              </a:spcBef>
              <a:spcAft>
                <a:spcPts val="0"/>
              </a:spcAft>
              <a:buNone/>
            </a:pPr>
            <a:endParaRPr sz="1800">
              <a:latin typeface="Consolas"/>
              <a:ea typeface="Consolas"/>
              <a:cs typeface="Consolas"/>
              <a:sym typeface="Consolas"/>
            </a:endParaRPr>
          </a:p>
          <a:p>
            <a:pPr marL="0" marR="0" lvl="0" indent="0" algn="l" rtl="0">
              <a:lnSpc>
                <a:spcPct val="115000"/>
              </a:lnSpc>
              <a:spcBef>
                <a:spcPts val="1000"/>
              </a:spcBef>
              <a:spcAft>
                <a:spcPts val="0"/>
              </a:spcAft>
              <a:buNone/>
            </a:pPr>
            <a:endParaRPr>
              <a:latin typeface="Consolas"/>
              <a:ea typeface="Consolas"/>
              <a:cs typeface="Consolas"/>
              <a:sym typeface="Consolas"/>
            </a:endParaRPr>
          </a:p>
        </p:txBody>
      </p:sp>
      <p:sp>
        <p:nvSpPr>
          <p:cNvPr id="332" name="Google Shape;332;p56"/>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57"/>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FAB size</a:t>
            </a:r>
            <a:endParaRPr/>
          </a:p>
        </p:txBody>
      </p:sp>
      <p:sp>
        <p:nvSpPr>
          <p:cNvPr id="338" name="Google Shape;338;p57"/>
          <p:cNvSpPr txBox="1">
            <a:spLocks noGrp="1"/>
          </p:cNvSpPr>
          <p:nvPr>
            <p:ph type="body" idx="1"/>
          </p:nvPr>
        </p:nvSpPr>
        <p:spPr>
          <a:xfrm>
            <a:off x="311700" y="1390900"/>
            <a:ext cx="8520600" cy="31905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Char char="●"/>
            </a:pPr>
            <a:r>
              <a:rPr lang="en"/>
              <a:t>56 x 56 dp by default </a:t>
            </a:r>
            <a:endParaRPr/>
          </a:p>
          <a:p>
            <a:pPr marL="457200" lvl="0" indent="-381000" algn="l" rtl="0">
              <a:spcBef>
                <a:spcPts val="1000"/>
              </a:spcBef>
              <a:spcAft>
                <a:spcPts val="0"/>
              </a:spcAft>
              <a:buSzPts val="2400"/>
              <a:buChar char="●"/>
            </a:pPr>
            <a:r>
              <a:rPr lang="en"/>
              <a:t>Set mini size (30 x 40 dp) with </a:t>
            </a:r>
            <a:r>
              <a:rPr lang="en">
                <a:latin typeface="Consolas"/>
                <a:ea typeface="Consolas"/>
                <a:cs typeface="Consolas"/>
                <a:sym typeface="Consolas"/>
              </a:rPr>
              <a:t>app:fabSize</a:t>
            </a:r>
            <a:r>
              <a:rPr lang="en"/>
              <a:t> attribute:</a:t>
            </a:r>
            <a:endParaRPr/>
          </a:p>
          <a:p>
            <a:pPr marL="1371600" lvl="1" indent="-355600" algn="l" rtl="0">
              <a:spcBef>
                <a:spcPts val="1000"/>
              </a:spcBef>
              <a:spcAft>
                <a:spcPts val="0"/>
              </a:spcAft>
              <a:buSzPts val="2000"/>
              <a:buFont typeface="Consolas"/>
              <a:buChar char="○"/>
            </a:pPr>
            <a:r>
              <a:rPr lang="en">
                <a:latin typeface="Consolas"/>
                <a:ea typeface="Consolas"/>
                <a:cs typeface="Consolas"/>
                <a:sym typeface="Consolas"/>
              </a:rPr>
              <a:t>app:fabSize="mini"</a:t>
            </a:r>
            <a:endParaRPr>
              <a:latin typeface="Consolas"/>
              <a:ea typeface="Consolas"/>
              <a:cs typeface="Consolas"/>
              <a:sym typeface="Consolas"/>
            </a:endParaRPr>
          </a:p>
          <a:p>
            <a:pPr marL="457200" lvl="0" indent="-381000" algn="l" rtl="0">
              <a:spcBef>
                <a:spcPts val="1000"/>
              </a:spcBef>
              <a:spcAft>
                <a:spcPts val="0"/>
              </a:spcAft>
              <a:buSzPts val="2400"/>
              <a:buChar char="●"/>
            </a:pPr>
            <a:r>
              <a:rPr lang="en"/>
              <a:t>Set to 56 x 56 dp (default): </a:t>
            </a:r>
            <a:endParaRPr/>
          </a:p>
          <a:p>
            <a:pPr marL="1371600" lvl="1" indent="-355600" algn="l" rtl="0">
              <a:spcBef>
                <a:spcPts val="1000"/>
              </a:spcBef>
              <a:spcAft>
                <a:spcPts val="0"/>
              </a:spcAft>
              <a:buSzPts val="2000"/>
              <a:buFont typeface="Consolas"/>
              <a:buChar char="○"/>
            </a:pPr>
            <a:r>
              <a:rPr lang="en">
                <a:latin typeface="Consolas"/>
                <a:ea typeface="Consolas"/>
                <a:cs typeface="Consolas"/>
                <a:sym typeface="Consolas"/>
              </a:rPr>
              <a:t>app:fabSize="normal"</a:t>
            </a:r>
            <a:endParaRPr>
              <a:latin typeface="Consolas"/>
              <a:ea typeface="Consolas"/>
              <a:cs typeface="Consolas"/>
              <a:sym typeface="Consolas"/>
            </a:endParaRPr>
          </a:p>
          <a:p>
            <a:pPr marL="457200" lvl="0" indent="0" algn="l" rtl="0">
              <a:spcBef>
                <a:spcPts val="1000"/>
              </a:spcBef>
              <a:spcAft>
                <a:spcPts val="1000"/>
              </a:spcAft>
              <a:buNone/>
            </a:pPr>
            <a:endParaRPr/>
          </a:p>
        </p:txBody>
      </p:sp>
      <p:sp>
        <p:nvSpPr>
          <p:cNvPr id="339" name="Google Shape;339;p57"/>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58"/>
          <p:cNvSpPr txBox="1">
            <a:spLocks noGrp="1"/>
          </p:cNvSpPr>
          <p:nvPr>
            <p:ph type="title"/>
          </p:nvPr>
        </p:nvSpPr>
        <p:spPr>
          <a:xfrm>
            <a:off x="265500" y="1614175"/>
            <a:ext cx="4045200" cy="1482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a:p>
          <a:p>
            <a:pPr marL="0" lvl="0" indent="0" algn="ctr" rtl="0">
              <a:spcBef>
                <a:spcPts val="0"/>
              </a:spcBef>
              <a:spcAft>
                <a:spcPts val="0"/>
              </a:spcAft>
              <a:buNone/>
            </a:pPr>
            <a:endParaRPr/>
          </a:p>
          <a:p>
            <a:pPr marL="0" lvl="0" indent="0" algn="ctr" rtl="0">
              <a:spcBef>
                <a:spcPts val="0"/>
              </a:spcBef>
              <a:spcAft>
                <a:spcPts val="0"/>
              </a:spcAft>
              <a:buNone/>
            </a:pPr>
            <a:r>
              <a:rPr lang="en"/>
              <a:t>Common Gestures</a:t>
            </a:r>
            <a:endParaRPr/>
          </a:p>
        </p:txBody>
      </p:sp>
      <p:sp>
        <p:nvSpPr>
          <p:cNvPr id="345" name="Google Shape;345;p58"/>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58"/>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59"/>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Touch Gestures</a:t>
            </a:r>
            <a:endParaRPr/>
          </a:p>
        </p:txBody>
      </p:sp>
      <p:sp>
        <p:nvSpPr>
          <p:cNvPr id="352" name="Google Shape;352;p59"/>
          <p:cNvSpPr txBox="1">
            <a:spLocks noGrp="1"/>
          </p:cNvSpPr>
          <p:nvPr>
            <p:ph type="body" idx="1"/>
          </p:nvPr>
        </p:nvSpPr>
        <p:spPr>
          <a:xfrm>
            <a:off x="311700" y="1076275"/>
            <a:ext cx="41232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Touch gestures include:</a:t>
            </a:r>
            <a:endParaRPr/>
          </a:p>
          <a:p>
            <a:pPr marL="457200" lvl="0" indent="-381000" algn="l" rtl="0">
              <a:spcBef>
                <a:spcPts val="1000"/>
              </a:spcBef>
              <a:spcAft>
                <a:spcPts val="0"/>
              </a:spcAft>
              <a:buSzPts val="2400"/>
              <a:buChar char="●"/>
            </a:pPr>
            <a:r>
              <a:rPr lang="en"/>
              <a:t>long touch</a:t>
            </a:r>
            <a:endParaRPr/>
          </a:p>
          <a:p>
            <a:pPr marL="457200" lvl="0" indent="-381000" algn="l" rtl="0">
              <a:spcBef>
                <a:spcPts val="0"/>
              </a:spcBef>
              <a:spcAft>
                <a:spcPts val="0"/>
              </a:spcAft>
              <a:buSzPts val="2400"/>
              <a:buChar char="●"/>
            </a:pPr>
            <a:r>
              <a:rPr lang="en"/>
              <a:t>double-tap</a:t>
            </a:r>
            <a:endParaRPr/>
          </a:p>
          <a:p>
            <a:pPr marL="457200" lvl="0" indent="-381000" algn="l" rtl="0">
              <a:spcBef>
                <a:spcPts val="0"/>
              </a:spcBef>
              <a:spcAft>
                <a:spcPts val="0"/>
              </a:spcAft>
              <a:buSzPts val="2400"/>
              <a:buChar char="●"/>
            </a:pPr>
            <a:r>
              <a:rPr lang="en"/>
              <a:t>fling</a:t>
            </a:r>
            <a:endParaRPr/>
          </a:p>
          <a:p>
            <a:pPr marL="457200" lvl="0" indent="-381000" algn="l" rtl="0">
              <a:spcBef>
                <a:spcPts val="0"/>
              </a:spcBef>
              <a:spcAft>
                <a:spcPts val="0"/>
              </a:spcAft>
              <a:buSzPts val="2400"/>
              <a:buChar char="●"/>
            </a:pPr>
            <a:r>
              <a:rPr lang="en"/>
              <a:t>drag</a:t>
            </a:r>
            <a:endParaRPr/>
          </a:p>
          <a:p>
            <a:pPr marL="457200" lvl="0" indent="-381000" algn="l" rtl="0">
              <a:spcBef>
                <a:spcPts val="0"/>
              </a:spcBef>
              <a:spcAft>
                <a:spcPts val="0"/>
              </a:spcAft>
              <a:buSzPts val="2400"/>
              <a:buChar char="●"/>
            </a:pPr>
            <a:r>
              <a:rPr lang="en"/>
              <a:t>scroll</a:t>
            </a:r>
            <a:endParaRPr/>
          </a:p>
          <a:p>
            <a:pPr marL="457200" lvl="0" indent="-381000" algn="l" rtl="0">
              <a:spcBef>
                <a:spcPts val="0"/>
              </a:spcBef>
              <a:spcAft>
                <a:spcPts val="0"/>
              </a:spcAft>
              <a:buSzPts val="2400"/>
              <a:buChar char="●"/>
            </a:pPr>
            <a:r>
              <a:rPr lang="en"/>
              <a:t>pinch</a:t>
            </a:r>
            <a:endParaRPr/>
          </a:p>
        </p:txBody>
      </p:sp>
      <p:sp>
        <p:nvSpPr>
          <p:cNvPr id="353" name="Google Shape;353;p59"/>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20</a:t>
            </a:fld>
            <a:endParaRPr/>
          </a:p>
        </p:txBody>
      </p:sp>
      <p:sp>
        <p:nvSpPr>
          <p:cNvPr id="354" name="Google Shape;354;p59"/>
          <p:cNvSpPr txBox="1"/>
          <p:nvPr/>
        </p:nvSpPr>
        <p:spPr>
          <a:xfrm>
            <a:off x="2007635" y="2784475"/>
            <a:ext cx="2701467" cy="1363800"/>
          </a:xfrm>
          <a:prstGeom prst="rect">
            <a:avLst/>
          </a:prstGeom>
          <a:noFill/>
          <a:ln w="3810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a:buNone/>
            </a:pPr>
            <a:r>
              <a:rPr lang="en" sz="2000" dirty="0">
                <a:solidFill>
                  <a:srgbClr val="00B050"/>
                </a:solidFill>
                <a:latin typeface="Beirut" pitchFamily="2" charset="-78"/>
                <a:ea typeface="Roboto"/>
                <a:cs typeface="Beirut" pitchFamily="2" charset="-78"/>
                <a:sym typeface="Roboto"/>
              </a:rPr>
              <a:t>Don’t depend on touch gestures for app's basic behavior!</a:t>
            </a:r>
            <a:endParaRPr sz="2000" dirty="0">
              <a:solidFill>
                <a:srgbClr val="00B050"/>
              </a:solidFill>
              <a:latin typeface="Beirut" pitchFamily="2" charset="-78"/>
              <a:ea typeface="Roboto"/>
              <a:cs typeface="Beirut" pitchFamily="2" charset="-78"/>
              <a:sym typeface="Roboto"/>
            </a:endParaRPr>
          </a:p>
          <a:p>
            <a:pPr marL="0" lvl="0" indent="0" algn="ctr" rtl="0">
              <a:spcBef>
                <a:spcPts val="1000"/>
              </a:spcBef>
              <a:spcAft>
                <a:spcPts val="0"/>
              </a:spcAft>
              <a:buNone/>
            </a:pPr>
            <a:endParaRPr sz="1200" dirty="0">
              <a:solidFill>
                <a:srgbClr val="00B050"/>
              </a:solidFill>
              <a:latin typeface="Beirut" pitchFamily="2" charset="-78"/>
              <a:cs typeface="Beirut" pitchFamily="2" charset="-78"/>
            </a:endParaRPr>
          </a:p>
        </p:txBody>
      </p:sp>
      <p:pic>
        <p:nvPicPr>
          <p:cNvPr id="1026" name="Picture 2">
            <a:extLst>
              <a:ext uri="{FF2B5EF4-FFF2-40B4-BE49-F238E27FC236}">
                <a16:creationId xmlns:a16="http://schemas.microsoft.com/office/drawing/2014/main" id="{06C54237-0C9F-3B45-BACC-B713877DD4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8960" y="1002793"/>
            <a:ext cx="4105944" cy="362486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60"/>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Detect gestures</a:t>
            </a:r>
            <a:endParaRPr/>
          </a:p>
        </p:txBody>
      </p:sp>
      <p:sp>
        <p:nvSpPr>
          <p:cNvPr id="360" name="Google Shape;360;p60"/>
          <p:cNvSpPr txBox="1">
            <a:spLocks noGrp="1"/>
          </p:cNvSpPr>
          <p:nvPr>
            <p:ph type="body" idx="1"/>
          </p:nvPr>
        </p:nvSpPr>
        <p:spPr>
          <a:xfrm>
            <a:off x="311700" y="1076275"/>
            <a:ext cx="8520600" cy="3416400"/>
          </a:xfrm>
          <a:prstGeom prst="rect">
            <a:avLst/>
          </a:prstGeom>
        </p:spPr>
        <p:txBody>
          <a:bodyPr spcFirstLastPara="1" wrap="square" lIns="91425" tIns="91425" rIns="91425" bIns="91425" anchor="t" anchorCtr="0">
            <a:noAutofit/>
          </a:bodyPr>
          <a:lstStyle/>
          <a:p>
            <a:pPr marL="0" lvl="0" indent="0" algn="l" rtl="0">
              <a:spcBef>
                <a:spcPts val="1000"/>
              </a:spcBef>
              <a:spcAft>
                <a:spcPts val="0"/>
              </a:spcAft>
              <a:buClr>
                <a:schemeClr val="dk1"/>
              </a:buClr>
              <a:buSzPts val="1100"/>
              <a:buFont typeface="Arial"/>
              <a:buNone/>
            </a:pPr>
            <a:r>
              <a:rPr lang="en" dirty="0"/>
              <a:t>Classes and methods are available to help you handle gestures.</a:t>
            </a:r>
            <a:endParaRPr dirty="0"/>
          </a:p>
          <a:p>
            <a:pPr marL="457200" lvl="0" indent="-381000" algn="l" rtl="0">
              <a:spcBef>
                <a:spcPts val="1000"/>
              </a:spcBef>
              <a:spcAft>
                <a:spcPts val="0"/>
              </a:spcAft>
              <a:buSzPts val="2400"/>
              <a:buChar char="●"/>
            </a:pPr>
            <a:r>
              <a:rPr lang="en" u="sng" dirty="0">
                <a:solidFill>
                  <a:schemeClr val="accent5"/>
                </a:solidFill>
                <a:hlinkClick r:id="rId3">
                  <a:extLst>
                    <a:ext uri="{A12FA001-AC4F-418D-AE19-62706E023703}">
                      <ahyp:hlinkClr xmlns:ahyp="http://schemas.microsoft.com/office/drawing/2018/hyperlinkcolor" val="tx"/>
                    </a:ext>
                  </a:extLst>
                </a:hlinkClick>
              </a:rPr>
              <a:t>GestureDetectorCompat</a:t>
            </a:r>
            <a:r>
              <a:rPr lang="en" dirty="0"/>
              <a:t> class for common gestures</a:t>
            </a:r>
            <a:endParaRPr dirty="0"/>
          </a:p>
          <a:p>
            <a:pPr marL="457200" lvl="0" indent="-381000" algn="l" rtl="0">
              <a:spcBef>
                <a:spcPts val="1000"/>
              </a:spcBef>
              <a:spcAft>
                <a:spcPts val="0"/>
              </a:spcAft>
              <a:buSzPts val="2400"/>
              <a:buChar char="●"/>
            </a:pPr>
            <a:r>
              <a:rPr lang="en" u="sng" dirty="0">
                <a:solidFill>
                  <a:schemeClr val="accent5"/>
                </a:solidFill>
                <a:hlinkClick r:id="rId4">
                  <a:extLst>
                    <a:ext uri="{A12FA001-AC4F-418D-AE19-62706E023703}">
                      <ahyp:hlinkClr xmlns:ahyp="http://schemas.microsoft.com/office/drawing/2018/hyperlinkcolor" val="tx"/>
                    </a:ext>
                  </a:extLst>
                </a:hlinkClick>
              </a:rPr>
              <a:t>MotionEvent</a:t>
            </a:r>
            <a:r>
              <a:rPr lang="en" dirty="0"/>
              <a:t> class for motion events</a:t>
            </a:r>
            <a:endParaRPr dirty="0"/>
          </a:p>
        </p:txBody>
      </p:sp>
      <p:sp>
        <p:nvSpPr>
          <p:cNvPr id="361" name="Google Shape;361;p60"/>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61" name="Google Shape;361;p60"/>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22</a:t>
            </a:fld>
            <a:endParaRPr/>
          </a:p>
        </p:txBody>
      </p:sp>
      <p:pic>
        <p:nvPicPr>
          <p:cNvPr id="7" name="Picture 6">
            <a:extLst>
              <a:ext uri="{FF2B5EF4-FFF2-40B4-BE49-F238E27FC236}">
                <a16:creationId xmlns:a16="http://schemas.microsoft.com/office/drawing/2014/main" id="{E4EAFF3A-235B-1E41-BA5A-0DBFF17B54A4}"/>
              </a:ext>
            </a:extLst>
          </p:cNvPr>
          <p:cNvPicPr>
            <a:picLocks noChangeAspect="1"/>
          </p:cNvPicPr>
          <p:nvPr/>
        </p:nvPicPr>
        <p:blipFill>
          <a:blip r:embed="rId3"/>
          <a:srcRect/>
          <a:stretch/>
        </p:blipFill>
        <p:spPr>
          <a:xfrm>
            <a:off x="850789" y="-23853"/>
            <a:ext cx="7466275" cy="4666421"/>
          </a:xfrm>
          <a:prstGeom prst="rect">
            <a:avLst/>
          </a:prstGeom>
        </p:spPr>
      </p:pic>
    </p:spTree>
    <p:extLst>
      <p:ext uri="{BB962C8B-B14F-4D97-AF65-F5344CB8AC3E}">
        <p14:creationId xmlns:p14="http://schemas.microsoft.com/office/powerpoint/2010/main" val="28517734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61"/>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Detecting all types of gestures</a:t>
            </a:r>
            <a:endParaRPr/>
          </a:p>
        </p:txBody>
      </p:sp>
      <p:sp>
        <p:nvSpPr>
          <p:cNvPr id="367" name="Google Shape;367;p61"/>
          <p:cNvSpPr txBox="1">
            <a:spLocks noGrp="1"/>
          </p:cNvSpPr>
          <p:nvPr>
            <p:ph type="body" idx="1"/>
          </p:nvPr>
        </p:nvSpPr>
        <p:spPr>
          <a:xfrm>
            <a:off x="311700" y="1076275"/>
            <a:ext cx="7875000" cy="3462000"/>
          </a:xfrm>
          <a:prstGeom prst="rect">
            <a:avLst/>
          </a:prstGeom>
        </p:spPr>
        <p:txBody>
          <a:bodyPr spcFirstLastPara="1" wrap="square" lIns="91425" tIns="91425" rIns="91425" bIns="91425" anchor="t" anchorCtr="0">
            <a:noAutofit/>
          </a:bodyPr>
          <a:lstStyle/>
          <a:p>
            <a:pPr marL="457200" lvl="0" indent="-381000" algn="l" rtl="0">
              <a:spcBef>
                <a:spcPts val="1000"/>
              </a:spcBef>
              <a:spcAft>
                <a:spcPts val="0"/>
              </a:spcAft>
              <a:buClr>
                <a:schemeClr val="dk1"/>
              </a:buClr>
              <a:buSzPts val="2400"/>
              <a:buAutoNum type="arabicPeriod"/>
            </a:pPr>
            <a:r>
              <a:rPr lang="en">
                <a:solidFill>
                  <a:schemeClr val="dk1"/>
                </a:solidFill>
              </a:rPr>
              <a:t>Gather data about touch events.</a:t>
            </a:r>
            <a:endParaRPr>
              <a:solidFill>
                <a:schemeClr val="dk1"/>
              </a:solidFill>
            </a:endParaRPr>
          </a:p>
          <a:p>
            <a:pPr marL="457200" lvl="0" indent="-381000" algn="l" rtl="0">
              <a:spcBef>
                <a:spcPts val="1000"/>
              </a:spcBef>
              <a:spcAft>
                <a:spcPts val="0"/>
              </a:spcAft>
              <a:buClr>
                <a:schemeClr val="dk1"/>
              </a:buClr>
              <a:buSzPts val="2400"/>
              <a:buAutoNum type="arabicPeriod"/>
            </a:pPr>
            <a:r>
              <a:rPr lang="en">
                <a:solidFill>
                  <a:schemeClr val="dk1"/>
                </a:solidFill>
              </a:rPr>
              <a:t>Interpret the data to see if it meets the criteria for any of the gestures your app supports.</a:t>
            </a:r>
            <a:endParaRPr>
              <a:solidFill>
                <a:schemeClr val="dk1"/>
              </a:solidFill>
            </a:endParaRPr>
          </a:p>
          <a:p>
            <a:pPr marL="0" lvl="0" indent="0" algn="l" rtl="0">
              <a:spcBef>
                <a:spcPts val="1000"/>
              </a:spcBef>
              <a:spcAft>
                <a:spcPts val="0"/>
              </a:spcAft>
              <a:buNone/>
            </a:pPr>
            <a:r>
              <a:rPr lang="en">
                <a:solidFill>
                  <a:schemeClr val="dk1"/>
                </a:solidFill>
              </a:rPr>
              <a:t>Read more about how to handle gestures in the </a:t>
            </a:r>
            <a:br>
              <a:rPr lang="en">
                <a:solidFill>
                  <a:schemeClr val="dk1"/>
                </a:solidFill>
              </a:rPr>
            </a:br>
            <a:r>
              <a:rPr lang="en" u="sng">
                <a:solidFill>
                  <a:schemeClr val="hlink"/>
                </a:solidFill>
                <a:hlinkClick r:id="rId3"/>
              </a:rPr>
              <a:t>Android developer documentation</a:t>
            </a:r>
            <a:endParaRPr>
              <a:solidFill>
                <a:schemeClr val="dk1"/>
              </a:solidFill>
            </a:endParaRPr>
          </a:p>
        </p:txBody>
      </p:sp>
      <p:sp>
        <p:nvSpPr>
          <p:cNvPr id="368" name="Google Shape;368;p61"/>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62"/>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Learn more</a:t>
            </a:r>
            <a:endParaRPr/>
          </a:p>
        </p:txBody>
      </p:sp>
      <p:sp>
        <p:nvSpPr>
          <p:cNvPr id="374" name="Google Shape;374;p62"/>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24</a:t>
            </a:fld>
            <a:endParaRPr/>
          </a:p>
        </p:txBody>
      </p:sp>
      <p:sp>
        <p:nvSpPr>
          <p:cNvPr id="375" name="Google Shape;375;p62"/>
          <p:cNvSpPr txBox="1">
            <a:spLocks noGrp="1"/>
          </p:cNvSpPr>
          <p:nvPr>
            <p:ph type="body" idx="1"/>
          </p:nvPr>
        </p:nvSpPr>
        <p:spPr>
          <a:xfrm>
            <a:off x="411625" y="1051425"/>
            <a:ext cx="4089900" cy="36120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Char char="●"/>
            </a:pPr>
            <a:r>
              <a:rPr lang="en" u="sng">
                <a:solidFill>
                  <a:schemeClr val="hlink"/>
                </a:solidFill>
                <a:hlinkClick r:id="rId3"/>
              </a:rPr>
              <a:t>Input Controls</a:t>
            </a:r>
            <a:endParaRPr/>
          </a:p>
          <a:p>
            <a:pPr marL="457200" lvl="0" indent="-381000" algn="l" rtl="0">
              <a:spcBef>
                <a:spcPts val="0"/>
              </a:spcBef>
              <a:spcAft>
                <a:spcPts val="0"/>
              </a:spcAft>
              <a:buSzPts val="2400"/>
              <a:buChar char="●"/>
            </a:pPr>
            <a:r>
              <a:rPr lang="en" u="sng">
                <a:solidFill>
                  <a:schemeClr val="hlink"/>
                </a:solidFill>
                <a:hlinkClick r:id="rId4"/>
              </a:rPr>
              <a:t>Drawable Resources</a:t>
            </a:r>
            <a:endParaRPr/>
          </a:p>
          <a:p>
            <a:pPr marL="457200" lvl="0" indent="-381000" algn="l" rtl="0">
              <a:spcBef>
                <a:spcPts val="0"/>
              </a:spcBef>
              <a:spcAft>
                <a:spcPts val="0"/>
              </a:spcAft>
              <a:buSzPts val="2400"/>
              <a:buChar char="●"/>
            </a:pPr>
            <a:r>
              <a:rPr lang="en" u="sng">
                <a:solidFill>
                  <a:schemeClr val="hlink"/>
                </a:solidFill>
                <a:hlinkClick r:id="rId5"/>
              </a:rPr>
              <a:t>Floating Action Button</a:t>
            </a:r>
            <a:endParaRPr/>
          </a:p>
          <a:p>
            <a:pPr marL="457200" lvl="0" indent="-381000" algn="l" rtl="0">
              <a:spcBef>
                <a:spcPts val="0"/>
              </a:spcBef>
              <a:spcAft>
                <a:spcPts val="0"/>
              </a:spcAft>
              <a:buSzPts val="2400"/>
              <a:buChar char="●"/>
            </a:pPr>
            <a:r>
              <a:rPr lang="en" u="sng">
                <a:solidFill>
                  <a:schemeClr val="hlink"/>
                </a:solidFill>
                <a:hlinkClick r:id="rId6"/>
              </a:rPr>
              <a:t>Radio Buttons</a:t>
            </a:r>
            <a:endParaRPr/>
          </a:p>
          <a:p>
            <a:pPr marL="457200" lvl="0" indent="-381000" algn="l" rtl="0">
              <a:spcBef>
                <a:spcPts val="0"/>
              </a:spcBef>
              <a:spcAft>
                <a:spcPts val="0"/>
              </a:spcAft>
              <a:buSzPts val="2400"/>
              <a:buChar char="●"/>
            </a:pPr>
            <a:r>
              <a:rPr lang="en" u="sng">
                <a:solidFill>
                  <a:schemeClr val="hlink"/>
                </a:solidFill>
                <a:hlinkClick r:id="rId7"/>
              </a:rPr>
              <a:t>Specifying the Input Method Type</a:t>
            </a:r>
            <a:endParaRPr/>
          </a:p>
          <a:p>
            <a:pPr marL="457200" lvl="0" indent="-381000" algn="l" rtl="0">
              <a:spcBef>
                <a:spcPts val="0"/>
              </a:spcBef>
              <a:spcAft>
                <a:spcPts val="0"/>
              </a:spcAft>
              <a:buSzPts val="2400"/>
              <a:buChar char="●"/>
            </a:pPr>
            <a:r>
              <a:rPr lang="en" u="sng">
                <a:solidFill>
                  <a:schemeClr val="hlink"/>
                </a:solidFill>
                <a:hlinkClick r:id="rId8"/>
              </a:rPr>
              <a:t>Handling Keyboard Input</a:t>
            </a:r>
            <a:r>
              <a:rPr lang="en"/>
              <a:t> </a:t>
            </a:r>
            <a:endParaRPr/>
          </a:p>
          <a:p>
            <a:pPr marL="457200" lvl="0" indent="-381000" algn="l" rtl="0">
              <a:spcBef>
                <a:spcPts val="0"/>
              </a:spcBef>
              <a:spcAft>
                <a:spcPts val="0"/>
              </a:spcAft>
              <a:buSzPts val="2400"/>
              <a:buChar char="●"/>
            </a:pPr>
            <a:r>
              <a:rPr lang="en" u="sng">
                <a:solidFill>
                  <a:schemeClr val="hlink"/>
                </a:solidFill>
                <a:hlinkClick r:id="rId9"/>
              </a:rPr>
              <a:t>Text Fields</a:t>
            </a:r>
            <a:r>
              <a:rPr lang="en"/>
              <a:t> </a:t>
            </a:r>
            <a:endParaRPr/>
          </a:p>
          <a:p>
            <a:pPr marL="0" lvl="0" indent="0" algn="l" rtl="0">
              <a:spcBef>
                <a:spcPts val="0"/>
              </a:spcBef>
              <a:spcAft>
                <a:spcPts val="0"/>
              </a:spcAft>
              <a:buNone/>
            </a:pPr>
            <a:endParaRPr sz="1800"/>
          </a:p>
        </p:txBody>
      </p:sp>
      <p:sp>
        <p:nvSpPr>
          <p:cNvPr id="376" name="Google Shape;376;p62"/>
          <p:cNvSpPr txBox="1">
            <a:spLocks noGrp="1"/>
          </p:cNvSpPr>
          <p:nvPr>
            <p:ph type="body" idx="1"/>
          </p:nvPr>
        </p:nvSpPr>
        <p:spPr>
          <a:xfrm>
            <a:off x="4903525" y="1051425"/>
            <a:ext cx="3751800" cy="35043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Char char="●"/>
            </a:pPr>
            <a:r>
              <a:rPr lang="en" u="sng">
                <a:solidFill>
                  <a:schemeClr val="hlink"/>
                </a:solidFill>
                <a:hlinkClick r:id="rId10"/>
              </a:rPr>
              <a:t>Buttons</a:t>
            </a:r>
            <a:endParaRPr/>
          </a:p>
          <a:p>
            <a:pPr marL="457200" lvl="0" indent="-381000" algn="l" rtl="0">
              <a:spcBef>
                <a:spcPts val="0"/>
              </a:spcBef>
              <a:spcAft>
                <a:spcPts val="0"/>
              </a:spcAft>
              <a:buSzPts val="2400"/>
              <a:buChar char="●"/>
            </a:pPr>
            <a:r>
              <a:rPr lang="en" u="sng">
                <a:solidFill>
                  <a:schemeClr val="hlink"/>
                </a:solidFill>
                <a:hlinkClick r:id="rId11"/>
              </a:rPr>
              <a:t>Spinners</a:t>
            </a:r>
            <a:endParaRPr/>
          </a:p>
          <a:p>
            <a:pPr marL="457200" lvl="0" indent="-381000" algn="l" rtl="0">
              <a:spcBef>
                <a:spcPts val="0"/>
              </a:spcBef>
              <a:spcAft>
                <a:spcPts val="0"/>
              </a:spcAft>
              <a:buSzPts val="2400"/>
              <a:buChar char="●"/>
            </a:pPr>
            <a:r>
              <a:rPr lang="en" u="sng">
                <a:solidFill>
                  <a:schemeClr val="hlink"/>
                </a:solidFill>
                <a:hlinkClick r:id="rId12"/>
              </a:rPr>
              <a:t>Dialogs</a:t>
            </a:r>
            <a:r>
              <a:rPr lang="en"/>
              <a:t> </a:t>
            </a:r>
            <a:endParaRPr/>
          </a:p>
          <a:p>
            <a:pPr marL="457200" lvl="0" indent="-381000" algn="l" rtl="0">
              <a:spcBef>
                <a:spcPts val="0"/>
              </a:spcBef>
              <a:spcAft>
                <a:spcPts val="0"/>
              </a:spcAft>
              <a:buSzPts val="2400"/>
              <a:buChar char="●"/>
            </a:pPr>
            <a:r>
              <a:rPr lang="en" u="sng">
                <a:solidFill>
                  <a:schemeClr val="hlink"/>
                </a:solidFill>
                <a:hlinkClick r:id="rId13"/>
              </a:rPr>
              <a:t>Fragments</a:t>
            </a:r>
            <a:endParaRPr/>
          </a:p>
          <a:p>
            <a:pPr marL="457200" lvl="0" indent="-381000" algn="l" rtl="0">
              <a:spcBef>
                <a:spcPts val="0"/>
              </a:spcBef>
              <a:spcAft>
                <a:spcPts val="0"/>
              </a:spcAft>
              <a:buSzPts val="2400"/>
              <a:buChar char="●"/>
            </a:pPr>
            <a:r>
              <a:rPr lang="en" u="sng">
                <a:solidFill>
                  <a:schemeClr val="hlink"/>
                </a:solidFill>
                <a:hlinkClick r:id="rId14"/>
              </a:rPr>
              <a:t>Input Events</a:t>
            </a:r>
            <a:endParaRPr/>
          </a:p>
          <a:p>
            <a:pPr marL="457200" lvl="0" indent="-381000" algn="l" rtl="0">
              <a:spcBef>
                <a:spcPts val="0"/>
              </a:spcBef>
              <a:spcAft>
                <a:spcPts val="0"/>
              </a:spcAft>
              <a:buSzPts val="2400"/>
              <a:buChar char="●"/>
            </a:pPr>
            <a:r>
              <a:rPr lang="en" u="sng">
                <a:solidFill>
                  <a:schemeClr val="hlink"/>
                </a:solidFill>
                <a:hlinkClick r:id="rId15"/>
              </a:rPr>
              <a:t>Pickers</a:t>
            </a:r>
            <a:endParaRPr/>
          </a:p>
          <a:p>
            <a:pPr marL="457200" lvl="0" indent="-381000" algn="l" rtl="0">
              <a:spcBef>
                <a:spcPts val="0"/>
              </a:spcBef>
              <a:spcAft>
                <a:spcPts val="0"/>
              </a:spcAft>
              <a:buSzPts val="2400"/>
              <a:buChar char="●"/>
            </a:pPr>
            <a:r>
              <a:rPr lang="en" u="sng">
                <a:solidFill>
                  <a:schemeClr val="hlink"/>
                </a:solidFill>
                <a:hlinkClick r:id="rId16"/>
              </a:rPr>
              <a:t>Using Touch Gestures</a:t>
            </a:r>
            <a:endParaRPr/>
          </a:p>
          <a:p>
            <a:pPr marL="457200" lvl="0" indent="-381000" algn="l" rtl="0">
              <a:spcBef>
                <a:spcPts val="0"/>
              </a:spcBef>
              <a:spcAft>
                <a:spcPts val="0"/>
              </a:spcAft>
              <a:buSzPts val="2400"/>
              <a:buChar char="●"/>
            </a:pPr>
            <a:r>
              <a:rPr lang="en" u="sng">
                <a:solidFill>
                  <a:schemeClr val="hlink"/>
                </a:solidFill>
                <a:hlinkClick r:id="rId17"/>
              </a:rPr>
              <a:t>Gestures design guid</a:t>
            </a:r>
            <a:r>
              <a:rPr lang="en" u="sng">
                <a:solidFill>
                  <a:schemeClr val="accent5"/>
                </a:solidFill>
                <a:hlinkClick r:id="rId17">
                  <a:extLst>
                    <a:ext uri="{A12FA001-AC4F-418D-AE19-62706E023703}">
                      <ahyp:hlinkClr xmlns:ahyp="http://schemas.microsoft.com/office/drawing/2018/hyperlinkcolor" val="tx"/>
                    </a:ext>
                  </a:extLst>
                </a:hlinkClick>
              </a:rPr>
              <a:t>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63"/>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What's Next?</a:t>
            </a:r>
            <a:endParaRPr/>
          </a:p>
        </p:txBody>
      </p:sp>
      <p:sp>
        <p:nvSpPr>
          <p:cNvPr id="382" name="Google Shape;382;p63"/>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25</a:t>
            </a:fld>
            <a:endParaRPr/>
          </a:p>
        </p:txBody>
      </p:sp>
      <p:sp>
        <p:nvSpPr>
          <p:cNvPr id="383" name="Google Shape;383;p63"/>
          <p:cNvSpPr txBox="1"/>
          <p:nvPr/>
        </p:nvSpPr>
        <p:spPr>
          <a:xfrm>
            <a:off x="311700" y="2063725"/>
            <a:ext cx="8520600" cy="1941300"/>
          </a:xfrm>
          <a:prstGeom prst="rect">
            <a:avLst/>
          </a:prstGeom>
          <a:noFill/>
          <a:ln w="38100" cap="flat" cmpd="sng">
            <a:solidFill>
              <a:srgbClr val="4CAF50"/>
            </a:solidFill>
            <a:prstDash val="solid"/>
            <a:round/>
            <a:headEnd type="none" w="sm" len="sm"/>
            <a:tailEnd type="none" w="sm" len="sm"/>
          </a:ln>
        </p:spPr>
        <p:txBody>
          <a:bodyPr spcFirstLastPara="1" wrap="square" lIns="91425" tIns="91425" rIns="91425" bIns="91425" anchor="t" anchorCtr="0">
            <a:noAutofit/>
          </a:bodyPr>
          <a:lstStyle/>
          <a:p>
            <a:pPr marL="457200" lvl="0" indent="-381000" algn="l" rtl="0">
              <a:lnSpc>
                <a:spcPct val="115000"/>
              </a:lnSpc>
              <a:spcBef>
                <a:spcPts val="1000"/>
              </a:spcBef>
              <a:spcAft>
                <a:spcPts val="0"/>
              </a:spcAft>
              <a:buClr>
                <a:srgbClr val="424242"/>
              </a:buClr>
              <a:buSzPts val="2400"/>
              <a:buFont typeface="Roboto"/>
              <a:buChar char="●"/>
            </a:pPr>
            <a:r>
              <a:rPr lang="en" sz="2400">
                <a:solidFill>
                  <a:srgbClr val="424242"/>
                </a:solidFill>
                <a:latin typeface="Roboto"/>
                <a:ea typeface="Roboto"/>
                <a:cs typeface="Roboto"/>
                <a:sym typeface="Roboto"/>
              </a:rPr>
              <a:t>Concept Chapter: </a:t>
            </a:r>
            <a:r>
              <a:rPr lang="en" sz="2400" u="sng">
                <a:solidFill>
                  <a:schemeClr val="hlink"/>
                </a:solidFill>
                <a:latin typeface="Roboto"/>
                <a:ea typeface="Roboto"/>
                <a:cs typeface="Roboto"/>
                <a:sym typeface="Roboto"/>
                <a:hlinkClick r:id="rId3"/>
              </a:rPr>
              <a:t>4.1 Buttons and clickable images</a:t>
            </a:r>
            <a:endParaRPr sz="2400">
              <a:solidFill>
                <a:srgbClr val="424242"/>
              </a:solidFill>
              <a:latin typeface="Roboto"/>
              <a:ea typeface="Roboto"/>
              <a:cs typeface="Roboto"/>
              <a:sym typeface="Roboto"/>
            </a:endParaRPr>
          </a:p>
          <a:p>
            <a:pPr marL="457200" lvl="0" indent="-381000" algn="l" rtl="0">
              <a:lnSpc>
                <a:spcPct val="115000"/>
              </a:lnSpc>
              <a:spcBef>
                <a:spcPts val="1000"/>
              </a:spcBef>
              <a:spcAft>
                <a:spcPts val="0"/>
              </a:spcAft>
              <a:buClr>
                <a:srgbClr val="424242"/>
              </a:buClr>
              <a:buSzPts val="2400"/>
              <a:buFont typeface="Roboto"/>
              <a:buChar char="●"/>
            </a:pPr>
            <a:r>
              <a:rPr lang="en" sz="2400">
                <a:solidFill>
                  <a:srgbClr val="424242"/>
                </a:solidFill>
                <a:latin typeface="Roboto"/>
                <a:ea typeface="Roboto"/>
                <a:cs typeface="Roboto"/>
                <a:sym typeface="Roboto"/>
              </a:rPr>
              <a:t>Practical: </a:t>
            </a:r>
            <a:r>
              <a:rPr lang="en" sz="2400" u="sng">
                <a:solidFill>
                  <a:schemeClr val="hlink"/>
                </a:solidFill>
                <a:latin typeface="Roboto"/>
                <a:ea typeface="Roboto"/>
                <a:cs typeface="Roboto"/>
                <a:sym typeface="Roboto"/>
                <a:hlinkClick r:id="rId4"/>
              </a:rPr>
              <a:t>4.1 Clickable images</a:t>
            </a:r>
            <a:endParaRPr sz="2400">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64"/>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END</a:t>
            </a:r>
            <a:endParaRPr/>
          </a:p>
        </p:txBody>
      </p:sp>
      <p:sp>
        <p:nvSpPr>
          <p:cNvPr id="389" name="Google Shape;389;p64"/>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64"/>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26</a:t>
            </a:fld>
            <a:endParaRPr/>
          </a:p>
        </p:txBody>
      </p:sp>
      <p:sp>
        <p:nvSpPr>
          <p:cNvPr id="391" name="Google Shape;391;p64"/>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GDT master">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GDT master">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GDT master">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180</TotalTime>
  <Words>1187</Words>
  <Application>Microsoft Macintosh PowerPoint</Application>
  <PresentationFormat>On-screen Show (16:9)</PresentationFormat>
  <Paragraphs>197</Paragraphs>
  <Slides>26</Slides>
  <Notes>26</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26</vt:i4>
      </vt:variant>
    </vt:vector>
  </HeadingPairs>
  <TitlesOfParts>
    <vt:vector size="34" baseType="lpstr">
      <vt:lpstr>Open Sans</vt:lpstr>
      <vt:lpstr>Roboto</vt:lpstr>
      <vt:lpstr>Arial</vt:lpstr>
      <vt:lpstr>Consolas</vt:lpstr>
      <vt:lpstr>Beirut</vt:lpstr>
      <vt:lpstr>GDT master</vt:lpstr>
      <vt:lpstr>GDT master</vt:lpstr>
      <vt:lpstr>GDT master</vt:lpstr>
      <vt:lpstr>User Interaction </vt:lpstr>
      <vt:lpstr>4.1 Buttons and clickable images</vt:lpstr>
      <vt:lpstr>Contents</vt:lpstr>
      <vt:lpstr>User interaction</vt:lpstr>
      <vt:lpstr>Users expect to interact with apps</vt:lpstr>
      <vt:lpstr>User interaction design</vt:lpstr>
      <vt:lpstr>Buttons</vt:lpstr>
      <vt:lpstr>Button</vt:lpstr>
      <vt:lpstr>Button image assets</vt:lpstr>
      <vt:lpstr>Responding to button taps</vt:lpstr>
      <vt:lpstr>Setting listener with onClick callback</vt:lpstr>
      <vt:lpstr>  Clickable images</vt:lpstr>
      <vt:lpstr>ImageView</vt:lpstr>
      <vt:lpstr>Responding to ImageView taps</vt:lpstr>
      <vt:lpstr>  Floating action button</vt:lpstr>
      <vt:lpstr>Floating Action Buttons (FAB)</vt:lpstr>
      <vt:lpstr>Using FABs</vt:lpstr>
      <vt:lpstr>FAB size</vt:lpstr>
      <vt:lpstr>  Common Gestures</vt:lpstr>
      <vt:lpstr>Touch Gestures</vt:lpstr>
      <vt:lpstr>Detect gestures</vt:lpstr>
      <vt:lpstr>PowerPoint Presentation</vt:lpstr>
      <vt:lpstr>Detecting all types of gestures</vt:lpstr>
      <vt:lpstr>Learn more</vt:lpstr>
      <vt:lpstr>What's Next?</vt:lpstr>
      <vt:lpstr>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 Interaction </dc:title>
  <cp:lastModifiedBy>Đặng Ngọc Hoàng Thành</cp:lastModifiedBy>
  <cp:revision>2</cp:revision>
  <dcterms:modified xsi:type="dcterms:W3CDTF">2022-02-08T15:43:27Z</dcterms:modified>
</cp:coreProperties>
</file>
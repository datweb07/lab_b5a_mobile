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  <p:sldMasterId id="2147483697" r:id="rId2"/>
    <p:sldMasterId id="2147483698" r:id="rId3"/>
    <p:sldMasterId id="2147483699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6" r:id="rId20"/>
    <p:sldId id="277" r:id="rId21"/>
    <p:sldId id="271" r:id="rId22"/>
    <p:sldId id="272" r:id="rId23"/>
    <p:sldId id="273" r:id="rId24"/>
    <p:sldId id="274" r:id="rId25"/>
    <p:sldId id="275" r:id="rId26"/>
    <p:sldId id="278" r:id="rId27"/>
    <p:sldId id="279" r:id="rId28"/>
    <p:sldId id="280" r:id="rId29"/>
    <p:sldId id="281" r:id="rId30"/>
    <p:sldId id="282" r:id="rId3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9"/>
  </p:normalViewPr>
  <p:slideViewPr>
    <p:cSldViewPr snapToGrid="0">
      <p:cViewPr varScale="1">
        <p:scale>
          <a:sx n="191" d="100"/>
          <a:sy n="19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g Ngoc Hoang Thanh" userId="13e7a03477e24249" providerId="LiveId" clId="{3717086B-BE92-CB45-91BF-A3A908F6E978}"/>
    <pc:docChg chg="undo custSel modSld sldOrd">
      <pc:chgData name="Dang Ngoc Hoang Thanh" userId="13e7a03477e24249" providerId="LiveId" clId="{3717086B-BE92-CB45-91BF-A3A908F6E978}" dt="2023-02-20T13:34:04.111" v="46" actId="20577"/>
      <pc:docMkLst>
        <pc:docMk/>
      </pc:docMkLst>
      <pc:sldChg chg="modSp mod">
        <pc:chgData name="Dang Ngoc Hoang Thanh" userId="13e7a03477e24249" providerId="LiveId" clId="{3717086B-BE92-CB45-91BF-A3A908F6E978}" dt="2023-02-20T13:34:04.111" v="46" actId="20577"/>
        <pc:sldMkLst>
          <pc:docMk/>
          <pc:sldMk cId="0" sldId="268"/>
        </pc:sldMkLst>
        <pc:spChg chg="mod">
          <ac:chgData name="Dang Ngoc Hoang Thanh" userId="13e7a03477e24249" providerId="LiveId" clId="{3717086B-BE92-CB45-91BF-A3A908F6E978}" dt="2023-02-20T13:34:04.111" v="46" actId="20577"/>
          <ac:spMkLst>
            <pc:docMk/>
            <pc:sldMk cId="0" sldId="268"/>
            <ac:spMk id="372" creationId="{00000000-0000-0000-0000-000000000000}"/>
          </ac:spMkLst>
        </pc:spChg>
      </pc:sldChg>
      <pc:sldChg chg="modSp mod">
        <pc:chgData name="Dang Ngoc Hoang Thanh" userId="13e7a03477e24249" providerId="LiveId" clId="{3717086B-BE92-CB45-91BF-A3A908F6E978}" dt="2023-02-20T13:26:40.607" v="12" actId="207"/>
        <pc:sldMkLst>
          <pc:docMk/>
          <pc:sldMk cId="0" sldId="269"/>
        </pc:sldMkLst>
        <pc:spChg chg="mod">
          <ac:chgData name="Dang Ngoc Hoang Thanh" userId="13e7a03477e24249" providerId="LiveId" clId="{3717086B-BE92-CB45-91BF-A3A908F6E978}" dt="2023-02-20T13:26:40.607" v="12" actId="207"/>
          <ac:spMkLst>
            <pc:docMk/>
            <pc:sldMk cId="0" sldId="269"/>
            <ac:spMk id="380" creationId="{00000000-0000-0000-0000-000000000000}"/>
          </ac:spMkLst>
        </pc:spChg>
      </pc:sldChg>
      <pc:sldChg chg="modSp mod">
        <pc:chgData name="Dang Ngoc Hoang Thanh" userId="13e7a03477e24249" providerId="LiveId" clId="{3717086B-BE92-CB45-91BF-A3A908F6E978}" dt="2023-02-20T13:26:58.408" v="14" actId="400"/>
        <pc:sldMkLst>
          <pc:docMk/>
          <pc:sldMk cId="0" sldId="270"/>
        </pc:sldMkLst>
        <pc:spChg chg="mod">
          <ac:chgData name="Dang Ngoc Hoang Thanh" userId="13e7a03477e24249" providerId="LiveId" clId="{3717086B-BE92-CB45-91BF-A3A908F6E978}" dt="2023-02-20T13:26:58.408" v="14" actId="400"/>
          <ac:spMkLst>
            <pc:docMk/>
            <pc:sldMk cId="0" sldId="270"/>
            <ac:spMk id="388" creationId="{00000000-0000-0000-0000-000000000000}"/>
          </ac:spMkLst>
        </pc:spChg>
      </pc:sldChg>
      <pc:sldChg chg="modSp mod">
        <pc:chgData name="Dang Ngoc Hoang Thanh" userId="13e7a03477e24249" providerId="LiveId" clId="{3717086B-BE92-CB45-91BF-A3A908F6E978}" dt="2023-02-20T13:28:53.494" v="20" actId="207"/>
        <pc:sldMkLst>
          <pc:docMk/>
          <pc:sldMk cId="0" sldId="271"/>
        </pc:sldMkLst>
        <pc:spChg chg="mod">
          <ac:chgData name="Dang Ngoc Hoang Thanh" userId="13e7a03477e24249" providerId="LiveId" clId="{3717086B-BE92-CB45-91BF-A3A908F6E978}" dt="2023-02-20T13:28:53.494" v="20" actId="207"/>
          <ac:spMkLst>
            <pc:docMk/>
            <pc:sldMk cId="0" sldId="271"/>
            <ac:spMk id="399" creationId="{00000000-0000-0000-0000-000000000000}"/>
          </ac:spMkLst>
        </pc:spChg>
      </pc:sldChg>
      <pc:sldChg chg="modSp mod ord">
        <pc:chgData name="Dang Ngoc Hoang Thanh" userId="13e7a03477e24249" providerId="LiveId" clId="{3717086B-BE92-CB45-91BF-A3A908F6E978}" dt="2023-02-20T13:30:51.896" v="27" actId="20578"/>
        <pc:sldMkLst>
          <pc:docMk/>
          <pc:sldMk cId="0" sldId="276"/>
        </pc:sldMkLst>
        <pc:spChg chg="mod">
          <ac:chgData name="Dang Ngoc Hoang Thanh" userId="13e7a03477e24249" providerId="LiveId" clId="{3717086B-BE92-CB45-91BF-A3A908F6E978}" dt="2023-02-20T13:30:00.394" v="22" actId="207"/>
          <ac:spMkLst>
            <pc:docMk/>
            <pc:sldMk cId="0" sldId="276"/>
            <ac:spMk id="439" creationId="{00000000-0000-0000-0000-000000000000}"/>
          </ac:spMkLst>
        </pc:spChg>
      </pc:sldChg>
      <pc:sldChg chg="ord">
        <pc:chgData name="Dang Ngoc Hoang Thanh" userId="13e7a03477e24249" providerId="LiveId" clId="{3717086B-BE92-CB45-91BF-A3A908F6E978}" dt="2023-02-20T13:30:51.896" v="27" actId="20578"/>
        <pc:sldMkLst>
          <pc:docMk/>
          <pc:sldMk cId="0" sldId="277"/>
        </pc:sldMkLst>
      </pc:sldChg>
    </pc:docChg>
  </pc:docChgLst>
  <pc:docChgLst>
    <pc:chgData name="Dang Ngoc Hoang Thanh" userId="13e7a03477e24249" providerId="LiveId" clId="{B4572EB1-D223-AB46-9A64-29B664CA9D14}"/>
    <pc:docChg chg="modSld">
      <pc:chgData name="Dang Ngoc Hoang Thanh" userId="13e7a03477e24249" providerId="LiveId" clId="{B4572EB1-D223-AB46-9A64-29B664CA9D14}" dt="2024-10-28T04:32:58.832" v="0" actId="207"/>
      <pc:docMkLst>
        <pc:docMk/>
      </pc:docMkLst>
      <pc:sldChg chg="modSp mod">
        <pc:chgData name="Dang Ngoc Hoang Thanh" userId="13e7a03477e24249" providerId="LiveId" clId="{B4572EB1-D223-AB46-9A64-29B664CA9D14}" dt="2024-10-28T04:32:58.832" v="0" actId="207"/>
        <pc:sldMkLst>
          <pc:docMk/>
          <pc:sldMk cId="0" sldId="267"/>
        </pc:sldMkLst>
        <pc:spChg chg="mod">
          <ac:chgData name="Dang Ngoc Hoang Thanh" userId="13e7a03477e24249" providerId="LiveId" clId="{B4572EB1-D223-AB46-9A64-29B664CA9D14}" dt="2024-10-28T04:32:58.832" v="0" actId="207"/>
          <ac:spMkLst>
            <pc:docMk/>
            <pc:sldMk cId="0" sldId="267"/>
            <ac:spMk id="36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6d7d9d49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16d7d9d49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7b5464dec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7b5464dec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7b5464dec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7b5464dec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6d0713f7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6d0713f7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6d0713f7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6d0713f7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7b5464dec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7b5464dec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7b5464dec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7b5464dec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7b5464dec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7b5464dec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 sz="1400"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6d0713f7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6d0713f7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 sz="1400"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7b5464de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7b5464dec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6d0713f7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6d0713f7e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 sz="1400"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6d0713f7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6d0713f7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6d0713f7e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6d0713f7e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 sz="1400"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6d0713f7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6d0713f7e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6d0713f7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6d0713f7e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6d0713f7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6d0713f7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 sz="1200" b="1">
              <a:solidFill>
                <a:srgbClr val="666666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6d0713f7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6d0713f7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 sz="1400"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692150a8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692150a8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6d0713f7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6d0713f7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6d0713f7e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6d0713f7e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6d0713f7e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6d0713f7e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6d0713f7e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6d0713f7e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5b0287de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5b0287de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7b5464dec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7b5464dec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7b5464dec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7b5464dec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7b5464dec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7b5464dec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creativecommons.org/licenses/by/4.0/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5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27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12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>
            <a:spLocks noGrp="1"/>
          </p:cNvSpPr>
          <p:nvPr>
            <p:ph type="sldNum" idx="4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4407225" y="473533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RecyclerView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5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4" name="Google Shape;174;p3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7" name="Google Shape;177;p3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1" name="Google Shape;181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2" name="Google Shape;182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3" name="Google Shape;183;p3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86" name="Google Shape;186;p3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" name="Google Shape;189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8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8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01" name="Google Shape;2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5" name="Google Shape;215;p41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6" name="Google Shape;216;p4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9" name="Google Shape;219;p4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4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4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24" name="Google Shape;224;p4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7" name="Google Shape;227;p44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8" name="Google Shape;228;p4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4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7" name="Google Shape;237;p4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8" name="Google Shape;238;p4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1" name="Google Shape;241;p4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5" name="Google Shape;245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6" name="Google Shape;246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7" name="Google Shape;247;p4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9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250" name="Google Shape;250;p4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3" name="Google Shape;253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5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51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51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51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0" name="Google Shape;260;p51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61" name="Google Shape;261;p51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62" name="Google Shape;262;p51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1"/>
          <p:cNvSpPr txBox="1">
            <a:spLocks noGrp="1"/>
          </p:cNvSpPr>
          <p:nvPr>
            <p:ph type="sldNum" idx="4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51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07225" y="473533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RecyclerView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407225" y="473533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RecyclerView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407225" y="473533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RecyclerView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40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10" name="Google Shape;210;p4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40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support/v7/widget/RecyclerView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support/v7/widget/RecyclerView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eloper.android.com/.../RecyclerView.ViewHolder.html" TargetMode="External"/><Relationship Id="rId5" Type="http://schemas.openxmlformats.org/officeDocument/2006/relationships/hyperlink" Target="https://developer.android.com/reference/android/support/v7/widget/RecyclerView.Adapter.html" TargetMode="External"/><Relationship Id="rId4" Type="http://schemas.openxmlformats.org/officeDocument/2006/relationships/hyperlink" Target="https://developer.android.com/.../RecyclerView.LayoutManager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support/v7/widget/RecyclerView.html" TargetMode="External"/><Relationship Id="rId7" Type="http://schemas.openxmlformats.org/officeDocument/2006/relationships/hyperlink" Target="https://developer.android.com/reference/android/support/v7/widget/RecyclerView.LayoutManager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eloper.android.com/reference/android/support/v7/widget/StaggeredGridLayoutManager.html" TargetMode="External"/><Relationship Id="rId5" Type="http://schemas.openxmlformats.org/officeDocument/2006/relationships/hyperlink" Target="https://developer.android.com/reference/android/support/v7/widget/GridLayoutManager.html" TargetMode="External"/><Relationship Id="rId4" Type="http://schemas.openxmlformats.org/officeDocument/2006/relationships/hyperlink" Target="https://developer.android.com/reference/android/support/v7/widget/LinearLayoutManager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database/Cursor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developer.android.com/reference/android/support/v7/widget/RecyclerView.Adapter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.../RecyclerView.ViewHolder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training/material/lists-cards.html" TargetMode="External"/><Relationship Id="rId7" Type="http://schemas.openxmlformats.org/officeDocument/2006/relationships/hyperlink" Target="https://developer.android.com/reference/android/support/v7/widget/RecyclerView.LayoutManager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developer.android.com/.../RecyclerView.ViewHolder.html" TargetMode="External"/><Relationship Id="rId5" Type="http://schemas.openxmlformats.org/officeDocument/2006/relationships/hyperlink" Target="https://developer.android.com/reference/android/support/v7/widget/RecyclerView.Adapter.html" TargetMode="External"/><Relationship Id="rId4" Type="http://schemas.openxmlformats.org/officeDocument/2006/relationships/hyperlink" Target="https://developer.android.com/reference/android/support/v7/widget/RecyclerView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-developer-training.github.io/android-developer-fundamentals-course-concepts-v2/unit-2-user-experience/lesson-4-user-interaction/4-5-c-recyclerview/4-5-c-recyclerview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Relationship Id="rId4" Type="http://schemas.openxmlformats.org/officeDocument/2006/relationships/hyperlink" Target="https://codelabs.developers.google.com/codelabs/android-training-create-recycler-view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2" name="Google Shape;272;p53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3" name="Google Shape;273;p53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4</a:t>
            </a:r>
            <a:endParaRPr/>
          </a:p>
        </p:txBody>
      </p:sp>
      <p:sp>
        <p:nvSpPr>
          <p:cNvPr id="274" name="Google Shape;274;p53"/>
          <p:cNvSpPr txBox="1">
            <a:spLocks noGrp="1"/>
          </p:cNvSpPr>
          <p:nvPr>
            <p:ph type="sldNum" idx="4294967295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5" name="Google Shape;275;p53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76" name="Google Shape;276;p53"/>
          <p:cNvSpPr txBox="1"/>
          <p:nvPr/>
        </p:nvSpPr>
        <p:spPr>
          <a:xfrm>
            <a:off x="265500" y="1078275"/>
            <a:ext cx="4045200" cy="17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User Interaction </a:t>
            </a:r>
            <a:endParaRPr sz="4200" b="1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53"/>
          <p:cNvSpPr txBox="1">
            <a:spLocks noGrp="1"/>
          </p:cNvSpPr>
          <p:nvPr>
            <p:ph type="sldNum" idx="4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4"/>
          <p:cNvSpPr txBox="1">
            <a:spLocks noGrp="1"/>
          </p:cNvSpPr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4.4 RecyclerView</a:t>
            </a:r>
            <a:endParaRPr/>
          </a:p>
        </p:txBody>
      </p:sp>
      <p:sp>
        <p:nvSpPr>
          <p:cNvPr id="283" name="Google Shape;283;p54"/>
          <p:cNvSpPr txBox="1">
            <a:spLocks noGrp="1"/>
          </p:cNvSpPr>
          <p:nvPr>
            <p:ph type="sldNum" idx="12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5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9" name="Google Shape;289;p55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>
                <a:solidFill>
                  <a:srgbClr val="000000"/>
                </a:solidFill>
              </a:rPr>
              <a:t> Components</a:t>
            </a: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Implementing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90" name="Google Shape;290;p5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a RecyclerView?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56"/>
          <p:cNvSpPr txBox="1">
            <a:spLocks noGrp="1"/>
          </p:cNvSpPr>
          <p:nvPr>
            <p:ph type="body" idx="1"/>
          </p:nvPr>
        </p:nvSpPr>
        <p:spPr>
          <a:xfrm>
            <a:off x="311700" y="1190300"/>
            <a:ext cx="5148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RecyclerView</a:t>
            </a:r>
            <a:r>
              <a:rPr lang="en" sz="2000">
                <a:solidFill>
                  <a:srgbClr val="000000"/>
                </a:solidFill>
              </a:rPr>
              <a:t> is scrollable container for large data sets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Efficient 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Uses and reuses limited number of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>
                <a:solidFill>
                  <a:srgbClr val="000000"/>
                </a:solidFill>
              </a:rPr>
              <a:t> elements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Updates changing data fast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  <p:sp>
        <p:nvSpPr>
          <p:cNvPr id="297" name="Google Shape;297;p5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298" name="Google Shape;29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0475" y="1085250"/>
            <a:ext cx="2857625" cy="331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6" descr="pv_wordlistsql-1.png"/>
          <p:cNvPicPr preferRelativeResize="0"/>
          <p:nvPr/>
        </p:nvPicPr>
        <p:blipFill rotWithShape="1">
          <a:blip r:embed="rId5">
            <a:alphaModFix/>
          </a:blip>
          <a:srcRect l="9803" t="13488" r="11263" b="17693"/>
          <a:stretch/>
        </p:blipFill>
        <p:spPr>
          <a:xfrm>
            <a:off x="6051400" y="1725950"/>
            <a:ext cx="1132475" cy="18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6"/>
          <p:cNvSpPr/>
          <p:nvPr/>
        </p:nvSpPr>
        <p:spPr>
          <a:xfrm>
            <a:off x="6831675" y="3226375"/>
            <a:ext cx="352200" cy="317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RecyclerView Components</a:t>
            </a:r>
            <a:endParaRPr/>
          </a:p>
        </p:txBody>
      </p:sp>
      <p:sp>
        <p:nvSpPr>
          <p:cNvPr id="306" name="Google Shape;306;p5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5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08" name="Google Shape;308;p5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8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Components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58"/>
          <p:cNvSpPr txBox="1">
            <a:spLocks noGrp="1"/>
          </p:cNvSpPr>
          <p:nvPr>
            <p:ph type="body" idx="1"/>
          </p:nvPr>
        </p:nvSpPr>
        <p:spPr>
          <a:xfrm>
            <a:off x="82125" y="1028525"/>
            <a:ext cx="9061800" cy="35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Data</a:t>
            </a:r>
            <a:endParaRPr sz="1800"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RecyclerView</a:t>
            </a:r>
            <a:r>
              <a:rPr lang="en" sz="1800"/>
              <a:t> scrolling list for list items—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RecyclerView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Layout</a:t>
            </a:r>
            <a:r>
              <a:rPr lang="en" sz="1800"/>
              <a:t> for one item of data—XML file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Layout manage</a:t>
            </a:r>
            <a:r>
              <a:rPr lang="en" sz="1800"/>
              <a:t>r handles the organization of UI components in a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1800"/>
              <a:t>—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Recyclerview.LayoutManager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/>
              <a:t> 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Adapter</a:t>
            </a:r>
            <a:r>
              <a:rPr lang="en" sz="1800"/>
              <a:t> connects data to the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 sz="1800"/>
              <a:t>—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RecyclerView.Adapter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sz="1800" b="1"/>
              <a:t>ViewHolder</a:t>
            </a:r>
            <a:r>
              <a:rPr lang="en" sz="1800"/>
              <a:t> has view information for displaying one item—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RecyclerView.ViewHolder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5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16" name="Google Shape;316;p5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9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Components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5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23" name="Google Shape;323;p5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components fit together overview</a:t>
            </a:r>
            <a:endParaRPr/>
          </a:p>
        </p:txBody>
      </p:sp>
      <p:pic>
        <p:nvPicPr>
          <p:cNvPr id="324" name="Google Shape;32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488" y="1421725"/>
            <a:ext cx="8261025" cy="26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0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Layout Manager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60"/>
          <p:cNvSpPr txBox="1">
            <a:spLocks noGrp="1"/>
          </p:cNvSpPr>
          <p:nvPr>
            <p:ph type="body" idx="1"/>
          </p:nvPr>
        </p:nvSpPr>
        <p:spPr>
          <a:xfrm>
            <a:off x="311700" y="954550"/>
            <a:ext cx="8520600" cy="40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Each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 sz="2000"/>
              <a:t> has a layout manager</a:t>
            </a: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 to position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/>
              <a:t> items inside a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RecyclerView</a:t>
            </a: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Reuses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/>
              <a:t> items that are no longer visible to the user </a:t>
            </a: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Built-in layout managers 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LinearLayoutManager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GridLayoutManager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StaggeredGridLayoutManager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Extend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RecyclerView.LayoutManager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" name="Google Shape;331;p6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32" name="Google Shape;332;p6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layout manager?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1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61"/>
          <p:cNvSpPr txBox="1">
            <a:spLocks noGrp="1"/>
          </p:cNvSpPr>
          <p:nvPr>
            <p:ph type="body" idx="1"/>
          </p:nvPr>
        </p:nvSpPr>
        <p:spPr>
          <a:xfrm>
            <a:off x="831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Helps incompatible interfaces work together</a:t>
            </a:r>
            <a:endParaRPr>
              <a:solidFill>
                <a:schemeClr val="dk1"/>
              </a:solidFill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Example: Takes data from database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Cursor</a:t>
            </a:r>
            <a:r>
              <a:rPr lang="en">
                <a:solidFill>
                  <a:schemeClr val="dk1"/>
                </a:solidFill>
              </a:rPr>
              <a:t> and prepares strings to put into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Intermediary between data and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Manages creating, updating, adding, deleting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 items as underlying data changes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RecyclerView.Adapter</a:t>
            </a:r>
            <a:r>
              <a:rPr lang="en"/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40" name="Google Shape;340;p6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adapter?</a:t>
            </a:r>
            <a:endParaRPr/>
          </a:p>
        </p:txBody>
      </p:sp>
      <p:pic>
        <p:nvPicPr>
          <p:cNvPr id="341" name="Google Shape;341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3975" y="3395550"/>
            <a:ext cx="3445825" cy="1097125"/>
          </a:xfrm>
          <a:prstGeom prst="rect">
            <a:avLst/>
          </a:prstGeom>
          <a:noFill/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2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6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29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Used by the adapter to prepare one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 with data for one list item 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Layout specified in an XML resource file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Can have clickable elements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Is placed by the layout manager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RecyclerView.ViewHolder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" name="Google Shape;348;p6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49" name="Google Shape;349;p6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ViewHolder?</a:t>
            </a:r>
            <a:endParaRPr/>
          </a:p>
        </p:txBody>
      </p:sp>
      <p:pic>
        <p:nvPicPr>
          <p:cNvPr id="350" name="Google Shape;35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3975" y="3395550"/>
            <a:ext cx="3445825" cy="1097125"/>
          </a:xfrm>
          <a:prstGeom prst="rect">
            <a:avLst/>
          </a:prstGeom>
          <a:noFill/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RecyclerView</a:t>
            </a:r>
            <a:endParaRPr/>
          </a:p>
        </p:txBody>
      </p:sp>
      <p:sp>
        <p:nvSpPr>
          <p:cNvPr id="356" name="Google Shape;356;p6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6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58" name="Google Shape;358;p6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4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6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709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Add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 dirty="0">
                <a:solidFill>
                  <a:schemeClr val="dk1"/>
                </a:solidFill>
              </a:rPr>
              <a:t> dependency to </a:t>
            </a:r>
            <a:r>
              <a:rPr lang="en" dirty="0" err="1">
                <a:solidFill>
                  <a:schemeClr val="dk1"/>
                </a:solidFill>
              </a:rPr>
              <a:t>build.gradle</a:t>
            </a:r>
            <a:r>
              <a:rPr lang="en" dirty="0">
                <a:solidFill>
                  <a:schemeClr val="dk1"/>
                </a:solidFill>
              </a:rPr>
              <a:t> </a:t>
            </a:r>
            <a:r>
              <a:rPr lang="en" dirty="0">
                <a:solidFill>
                  <a:srgbClr val="FF0000"/>
                </a:solidFill>
              </a:rPr>
              <a:t>if needed</a:t>
            </a:r>
            <a:endParaRPr dirty="0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Add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 dirty="0">
                <a:solidFill>
                  <a:schemeClr val="dk1"/>
                </a:solidFill>
              </a:rPr>
              <a:t> to layout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Create XML layout for item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Extend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RecyclerView.Adapter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Extend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RecyclerView.ViewHolder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24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In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>
                <a:solidFill>
                  <a:schemeClr val="dk1"/>
                </a:solidFill>
              </a:rPr>
              <a:t>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" dirty="0">
                <a:solidFill>
                  <a:schemeClr val="dk1"/>
                </a:solidFill>
              </a:rPr>
              <a:t>, create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 dirty="0">
                <a:solidFill>
                  <a:schemeClr val="dk1"/>
                </a:solidFill>
              </a:rPr>
              <a:t> with adapter and layout manager</a:t>
            </a:r>
            <a:endParaRPr dirty="0"/>
          </a:p>
        </p:txBody>
      </p:sp>
      <p:sp>
        <p:nvSpPr>
          <p:cNvPr id="365" name="Google Shape;365;p6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66" name="Google Shape;366;p6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Summary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5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app/build.gradle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65"/>
          <p:cNvSpPr txBox="1">
            <a:spLocks noGrp="1"/>
          </p:cNvSpPr>
          <p:nvPr>
            <p:ph type="body" idx="1"/>
          </p:nvPr>
        </p:nvSpPr>
        <p:spPr>
          <a:xfrm>
            <a:off x="145775" y="1076275"/>
            <a:ext cx="8940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Add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" dirty="0">
                <a:solidFill>
                  <a:schemeClr val="dk1"/>
                </a:solidFill>
              </a:rPr>
              <a:t> dependency to </a:t>
            </a:r>
            <a:r>
              <a:rPr lang="en" dirty="0" err="1">
                <a:solidFill>
                  <a:schemeClr val="dk1"/>
                </a:solidFill>
              </a:rPr>
              <a:t>build.gradle</a:t>
            </a:r>
            <a:r>
              <a:rPr lang="en" dirty="0">
                <a:solidFill>
                  <a:schemeClr val="dk1"/>
                </a:solidFill>
              </a:rPr>
              <a:t> (</a:t>
            </a:r>
            <a:r>
              <a:rPr lang="en">
                <a:solidFill>
                  <a:schemeClr val="dk1"/>
                </a:solidFill>
              </a:rPr>
              <a:t>module):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dependencies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implementation </a:t>
            </a:r>
            <a:r>
              <a:rPr lang="en-U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'androidx.recyclerview:recyclerview:1.2.1'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implementation 'androidx.recyclerview:recyclerview-selection:1.1.0'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" name="Google Shape;373;p6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74" name="Google Shape;374;p6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dependency to app/build.gradle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6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Activity layout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66"/>
          <p:cNvSpPr txBox="1">
            <a:spLocks noGrp="1"/>
          </p:cNvSpPr>
          <p:nvPr>
            <p:ph type="body" idx="1"/>
          </p:nvPr>
        </p:nvSpPr>
        <p:spPr>
          <a:xfrm>
            <a:off x="114300" y="1228675"/>
            <a:ext cx="8923564" cy="30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androidx.recyclerview.widget.RecyclerView</a:t>
            </a:r>
            <a:endParaRPr lang="en-US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2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xmlns:android</a:t>
            </a:r>
            <a:r>
              <a:rPr lang="en-U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="http://</a:t>
            </a:r>
            <a:r>
              <a:rPr lang="en-US" sz="2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schemas.android.com</a:t>
            </a:r>
            <a:r>
              <a:rPr lang="en-U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20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apk</a:t>
            </a:r>
            <a:r>
              <a:rPr lang="en-U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/res/android"</a:t>
            </a: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match_parent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match_parent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="@+id/</a:t>
            </a:r>
            <a:r>
              <a:rPr lang="en-US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recyclerview</a:t>
            </a:r>
            <a:r>
              <a:rPr lang="en-U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"/&gt;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6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82" name="Google Shape;382;p6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Add </a:t>
            </a:r>
            <a:r>
              <a:rPr lang="en" dirty="0" err="1"/>
              <a:t>RecyclerView</a:t>
            </a:r>
            <a:r>
              <a:rPr lang="en" dirty="0"/>
              <a:t> to XML Layout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7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Item layout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6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…&gt;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="@+id/</a:t>
            </a:r>
            <a:r>
              <a:rPr lang="en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trike="sngStrik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style="@style/</a:t>
            </a:r>
            <a:r>
              <a:rPr lang="en" strike="sngStrik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word_title</a:t>
            </a:r>
            <a:r>
              <a:rPr lang="en" strike="sngStrik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p6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90" name="Google Shape;390;p6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layout for 1 list item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1" name="Google Shape;39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475" y="1085250"/>
            <a:ext cx="2857625" cy="331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67" descr="pv_wordlistsql-1.png"/>
          <p:cNvPicPr preferRelativeResize="0"/>
          <p:nvPr/>
        </p:nvPicPr>
        <p:blipFill rotWithShape="1">
          <a:blip r:embed="rId4">
            <a:alphaModFix/>
          </a:blip>
          <a:srcRect l="9803" t="13488" r="11263" b="17693"/>
          <a:stretch/>
        </p:blipFill>
        <p:spPr>
          <a:xfrm>
            <a:off x="6051400" y="1725950"/>
            <a:ext cx="1132475" cy="18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7"/>
          <p:cNvSpPr/>
          <p:nvPr/>
        </p:nvSpPr>
        <p:spPr>
          <a:xfrm>
            <a:off x="6831675" y="3226375"/>
            <a:ext cx="352200" cy="317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3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ViewHolder Class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7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androidx.recyclerview.widget.RecyclerView</a:t>
            </a:r>
            <a:r>
              <a:rPr lang="en-U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WordViewHolder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extends </a:t>
            </a:r>
            <a:r>
              <a:rPr lang="en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RecyclerView.ViewHolder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//.. 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If you want to handle mouse clicks: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WordViewHolder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extends </a:t>
            </a:r>
            <a:r>
              <a:rPr lang="en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RecyclerView.ViewHolder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implements </a:t>
            </a:r>
            <a:r>
              <a:rPr lang="en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View.OnClickListener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//.. 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0" name="Google Shape;440;p7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441" name="Google Shape;441;p7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the view holder in adapter class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4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ViewHolder: Constructor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7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WordViewHolder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(View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itemView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WordListAdapter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adapter)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super(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itemView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Get the layout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wordItemView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itemView.findViewById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R.id.word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Associate with this adapter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this.mAdapter</a:t>
            </a:r>
            <a:r>
              <a:rPr lang="en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adapter;</a:t>
            </a:r>
            <a:endParaRPr sz="18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 Add click listener, if desired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itemView.setOnClickListener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(this);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Implement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if desired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7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449" name="Google Shape;449;p7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holder constructor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8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Create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68"/>
          <p:cNvSpPr txBox="1">
            <a:spLocks noGrp="1"/>
          </p:cNvSpPr>
          <p:nvPr>
            <p:ph type="body" idx="1"/>
          </p:nvPr>
        </p:nvSpPr>
        <p:spPr>
          <a:xfrm>
            <a:off x="311700" y="873579"/>
            <a:ext cx="8520600" cy="3619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androidx.recyclerview.widget.RecyclerView</a:t>
            </a:r>
            <a:r>
              <a:rPr lang="en-U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"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WordListAdapter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extends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RecyclerView.Adapter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WordViewHolder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WordListAdapter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(Context context, 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LinkedList&lt;String&gt;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wordList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mInflater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LayoutInflater.from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(context);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this.mWordList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wordList</a:t>
            </a: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6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401" name="Google Shape;401;p6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 the adapter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9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onCreateViewHolder()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6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onCreateViewHolder()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inBindViewHolder()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getItemCount()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Let's take a look!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8" name="Google Shape;408;p6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409" name="Google Shape;409;p6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 has 3 required methods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0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onCreateViewHolder()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70"/>
          <p:cNvSpPr txBox="1">
            <a:spLocks noGrp="1"/>
          </p:cNvSpPr>
          <p:nvPr>
            <p:ph type="body" idx="1"/>
          </p:nvPr>
        </p:nvSpPr>
        <p:spPr>
          <a:xfrm>
            <a:off x="84525" y="1076275"/>
            <a:ext cx="8996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WordViewHolder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onCreateViewHolder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parent, int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viewType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Create view from layout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View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mItemView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mInflater.inflate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R.layout.wordlist_item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parent, false);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new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WordViewHolder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mItemView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this);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" name="Google Shape;416;p7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417" name="Google Shape;417;p7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onCreateViewHolder()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1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onBindViewHolder()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7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onBindViewHolder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WordViewHolder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holder, int position)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Retrieve the data for that position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String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mCurrent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mWordList.get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(position);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Add the data to the view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holder.wordItemView.setText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mCurrent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7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425" name="Google Shape;425;p7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onBindViewHolder()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2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Adapter: getItemCount()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72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@Override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public int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getItemCount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// Return the number of data items to display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return </a:t>
            </a:r>
            <a:r>
              <a:rPr lang="en" sz="2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mWordList.size</a:t>
            </a: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2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7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433" name="Google Shape;433;p7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getItemCount()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>
            <a:spLocks noGrp="1"/>
          </p:cNvSpPr>
          <p:nvPr>
            <p:ph type="title" idx="4294967295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RecyclerView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75"/>
          <p:cNvSpPr txBox="1">
            <a:spLocks noGrp="1"/>
          </p:cNvSpPr>
          <p:nvPr>
            <p:ph type="body" idx="1"/>
          </p:nvPr>
        </p:nvSpPr>
        <p:spPr>
          <a:xfrm>
            <a:off x="311700" y="1172675"/>
            <a:ext cx="8520600" cy="3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mRecyclerView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findViewById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R.id.recyclerview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mAdapter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WordListAdapter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(this,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mWordList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mRecyclerView.setAdapter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mAdapter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mRecyclerView.setLayoutManager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(new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</a:t>
            </a:r>
            <a:r>
              <a:rPr lang="en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LinearLayoutManager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(this));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800" i="1" dirty="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6" name="Google Shape;456;p7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457" name="Google Shape;457;p7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Create the RecyclerView in Activity onCreate()</a:t>
            </a:r>
            <a:endParaRPr sz="3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Practical: RecyclerView </a:t>
            </a:r>
            <a:endParaRPr/>
          </a:p>
        </p:txBody>
      </p:sp>
      <p:sp>
        <p:nvSpPr>
          <p:cNvPr id="463" name="Google Shape;463;p76"/>
          <p:cNvSpPr txBox="1">
            <a:spLocks noGrp="1"/>
          </p:cNvSpPr>
          <p:nvPr>
            <p:ph type="body" idx="1"/>
          </p:nvPr>
        </p:nvSpPr>
        <p:spPr>
          <a:xfrm>
            <a:off x="311700" y="1533475"/>
            <a:ext cx="8520600" cy="27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This is rather complex with many separate pieces. So, there is a whole practical where you implement a RecyclerView that displays a list of clickable words.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Shows all the steps, one by one with a complete app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64" name="Google Shape;464;p76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470" name="Google Shape;470;p77"/>
          <p:cNvSpPr txBox="1">
            <a:spLocks noGrp="1"/>
          </p:cNvSpPr>
          <p:nvPr>
            <p:ph type="body" idx="1"/>
          </p:nvPr>
        </p:nvSpPr>
        <p:spPr>
          <a:xfrm>
            <a:off x="235500" y="1244075"/>
            <a:ext cx="8696400" cy="30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RecyclerView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RecyclerView</a:t>
            </a:r>
            <a:r>
              <a:rPr lang="en"/>
              <a:t> class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RecyclerView.Adapter</a:t>
            </a:r>
            <a:r>
              <a:rPr lang="en"/>
              <a:t> class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RecyclerView.ViewHolder</a:t>
            </a:r>
            <a:r>
              <a:rPr lang="en"/>
              <a:t> class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RecyclerView.LayoutManager</a:t>
            </a:r>
            <a:r>
              <a:rPr lang="en"/>
              <a:t> class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1" name="Google Shape;471;p7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77" name="Google Shape;477;p7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478" name="Google Shape;478;p78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w="38100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4.5 RecyclerView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4.5 RecyclerView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84" name="Google Shape;484;p7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7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486" name="Google Shape;486;p7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934</Words>
  <Application>Microsoft Macintosh PowerPoint</Application>
  <PresentationFormat>On-screen Show (16:9)</PresentationFormat>
  <Paragraphs>200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Roboto</vt:lpstr>
      <vt:lpstr>Consolas</vt:lpstr>
      <vt:lpstr>Arial</vt:lpstr>
      <vt:lpstr>Open Sans</vt:lpstr>
      <vt:lpstr>GDT master</vt:lpstr>
      <vt:lpstr>GDT master</vt:lpstr>
      <vt:lpstr>GDT master</vt:lpstr>
      <vt:lpstr>GDT master</vt:lpstr>
      <vt:lpstr>PowerPoint Presentation</vt:lpstr>
      <vt:lpstr>4.4 RecyclerView</vt:lpstr>
      <vt:lpstr>Contents</vt:lpstr>
      <vt:lpstr>What is a RecyclerView?   </vt:lpstr>
      <vt:lpstr>RecyclerView Components</vt:lpstr>
      <vt:lpstr>Components  </vt:lpstr>
      <vt:lpstr>Components  </vt:lpstr>
      <vt:lpstr>Layout Manager  </vt:lpstr>
      <vt:lpstr>Adapter  </vt:lpstr>
      <vt:lpstr>Adapter  </vt:lpstr>
      <vt:lpstr>Implementing RecyclerView</vt:lpstr>
      <vt:lpstr>Implementation  </vt:lpstr>
      <vt:lpstr>app/build.gradle  </vt:lpstr>
      <vt:lpstr>Activity layout  </vt:lpstr>
      <vt:lpstr>Item layout  </vt:lpstr>
      <vt:lpstr>Adapter: ViewHolder Class  </vt:lpstr>
      <vt:lpstr>ViewHolder: Constructor  </vt:lpstr>
      <vt:lpstr>Adapter: Create  </vt:lpstr>
      <vt:lpstr>Adapter: onCreateViewHolder()  </vt:lpstr>
      <vt:lpstr>Adapter: onCreateViewHolder()  </vt:lpstr>
      <vt:lpstr>Adapter: onBindViewHolder()  </vt:lpstr>
      <vt:lpstr>Adapter: getItemCount()  </vt:lpstr>
      <vt:lpstr>Create RecyclerView  </vt:lpstr>
      <vt:lpstr>Practical: RecyclerView </vt:lpstr>
      <vt:lpstr>Learn more</vt:lpstr>
      <vt:lpstr>What's Next?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Đặng Ngọc Hoàng Thành</cp:lastModifiedBy>
  <cp:revision>1</cp:revision>
  <dcterms:modified xsi:type="dcterms:W3CDTF">2024-10-28T05:08:20Z</dcterms:modified>
</cp:coreProperties>
</file>